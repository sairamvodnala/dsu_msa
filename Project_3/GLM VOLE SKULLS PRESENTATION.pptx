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8" r:id="rId1"/>
    <p:sldMasterId id="2147483729" r:id="rId2"/>
    <p:sldMasterId id="2147483730" r:id="rId3"/>
  </p:sldMasterIdLst>
  <p:notesMasterIdLst>
    <p:notesMasterId r:id="rId15"/>
  </p:notesMasterIdLst>
  <p:sldIdLst>
    <p:sldId id="256" r:id="rId4"/>
    <p:sldId id="257" r:id="rId5"/>
    <p:sldId id="258" r:id="rId6"/>
    <p:sldId id="271" r:id="rId7"/>
    <p:sldId id="260" r:id="rId8"/>
    <p:sldId id="269" r:id="rId9"/>
    <p:sldId id="261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ay" panose="020B0604020202020204" charset="0"/>
      <p:regular r:id="rId16"/>
      <p:bold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0053D5-652C-456D-9753-714965DD68D1}">
  <a:tblStyle styleId="{A40053D5-652C-456D-9753-714965DD68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43521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389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6bab0d8bbf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8" name="Google Shape;378;g26bab0d8bbf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6440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6ba7cd7ee9_4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26ba7cd7ee9_4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7615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>
          <a:extLst>
            <a:ext uri="{FF2B5EF4-FFF2-40B4-BE49-F238E27FC236}">
              <a16:creationId xmlns:a16="http://schemas.microsoft.com/office/drawing/2014/main" id="{AEB82023-DAE4-74CC-F202-61EEC6F2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6bab0d8bbf_10_91:notes">
            <a:extLst>
              <a:ext uri="{FF2B5EF4-FFF2-40B4-BE49-F238E27FC236}">
                <a16:creationId xmlns:a16="http://schemas.microsoft.com/office/drawing/2014/main" id="{BA9F73BD-D646-99E7-F741-415F1820D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26bab0d8bbf_10_91:notes">
            <a:extLst>
              <a:ext uri="{FF2B5EF4-FFF2-40B4-BE49-F238E27FC236}">
                <a16:creationId xmlns:a16="http://schemas.microsoft.com/office/drawing/2014/main" id="{4BF32094-EB28-425B-B033-1B00C9479C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0312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6bab0d8bbf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6bab0d8bbf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7578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6bab0d8bbf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6bab0d8bbf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7435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6bab0d8bbf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6bab0d8bbf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8618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6390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14e600917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314e600917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9479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1217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6295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DkBlue">
  <p:cSld name="Title Slide-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24000" y="2828545"/>
            <a:ext cx="91440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524000" y="3690652"/>
            <a:ext cx="91440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2"/>
          </p:nvPr>
        </p:nvSpPr>
        <p:spPr>
          <a:xfrm>
            <a:off x="4144963" y="6302564"/>
            <a:ext cx="3902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LtBlue">
  <p:cSld name="Title Slide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438912" y="2828545"/>
            <a:ext cx="91440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438912" y="3690652"/>
            <a:ext cx="91440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2"/>
          </p:nvPr>
        </p:nvSpPr>
        <p:spPr>
          <a:xfrm>
            <a:off x="438913" y="6302564"/>
            <a:ext cx="3902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WHT">
  <p:cSld name="Title Slide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2762725" y="2828545"/>
            <a:ext cx="91440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5400"/>
              <a:buFont typeface="Arial"/>
              <a:buNone/>
              <a:defRPr sz="5400" b="0" i="0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ubTitle" idx="1"/>
          </p:nvPr>
        </p:nvSpPr>
        <p:spPr>
          <a:xfrm>
            <a:off x="2762725" y="3690652"/>
            <a:ext cx="91440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8004651" y="6302564"/>
            <a:ext cx="3902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WithPic_DkBlue">
  <p:cSld name="InfoSlideWithPic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3316941" y="6925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>
            <a:spLocks noGrp="1"/>
          </p:cNvSpPr>
          <p:nvPr>
            <p:ph type="pic" idx="2"/>
          </p:nvPr>
        </p:nvSpPr>
        <p:spPr>
          <a:xfrm>
            <a:off x="6102725" y="4"/>
            <a:ext cx="6098400" cy="6864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3"/>
          </p:nvPr>
        </p:nvSpPr>
        <p:spPr>
          <a:xfrm>
            <a:off x="660400" y="280987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WithPics_LtBlue">
  <p:cSld name="InfoSlideWithPics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925609" y="0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660400" y="280987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>
            <a:spLocks noGrp="1"/>
          </p:cNvSpPr>
          <p:nvPr>
            <p:ph type="pic" idx="3"/>
          </p:nvPr>
        </p:nvSpPr>
        <p:spPr>
          <a:xfrm>
            <a:off x="7562850" y="2"/>
            <a:ext cx="4629300" cy="342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0" name="Google Shape;30;p6"/>
          <p:cNvSpPr>
            <a:spLocks noGrp="1"/>
          </p:cNvSpPr>
          <p:nvPr>
            <p:ph type="pic" idx="4"/>
          </p:nvPr>
        </p:nvSpPr>
        <p:spPr>
          <a:xfrm>
            <a:off x="7562850" y="3429003"/>
            <a:ext cx="4629300" cy="342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WithPic_WHT">
  <p:cSld name="InfoSlideWithPic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427" y="-5681"/>
            <a:ext cx="8889764" cy="686936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5985170" y="1628670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2"/>
          </p:nvPr>
        </p:nvSpPr>
        <p:spPr>
          <a:xfrm>
            <a:off x="5984260" y="243215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3"/>
          </p:nvPr>
        </p:nvSpPr>
        <p:spPr>
          <a:xfrm>
            <a:off x="-4811" y="362100"/>
            <a:ext cx="3893100" cy="612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_DkBlue">
  <p:cSld name="Info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3" y="2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660400" y="280987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_LtBlue">
  <p:cSld name="InfoSlide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660400" y="280987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3" y="2"/>
            <a:ext cx="8875057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foSlide_DkBlue">
  <p:cSld name="2_Info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660817" y="2389745"/>
            <a:ext cx="5103000" cy="14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5998520" y="238974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Divider_DkBlue">
  <p:cSld name="SectionDivider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2" y="2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>
            <a:spLocks noGrp="1"/>
          </p:cNvSpPr>
          <p:nvPr>
            <p:ph type="pic" idx="2"/>
          </p:nvPr>
        </p:nvSpPr>
        <p:spPr>
          <a:xfrm>
            <a:off x="2" y="2057400"/>
            <a:ext cx="12192000" cy="2743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0" y="5591964"/>
            <a:ext cx="12192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Divider_LtBlue">
  <p:cSld name="SectionDivider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0" y="3176982"/>
            <a:ext cx="12192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6941" y="2"/>
            <a:ext cx="8875057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Divider_WHT">
  <p:cSld name="SectionDivider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4568" y="0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 flipH="1">
            <a:off x="-3807445" y="0"/>
            <a:ext cx="8875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Google Shape;58;p13"/>
          <p:cNvSpPr>
            <a:spLocks noGrp="1"/>
          </p:cNvSpPr>
          <p:nvPr>
            <p:ph type="pic" idx="2"/>
          </p:nvPr>
        </p:nvSpPr>
        <p:spPr>
          <a:xfrm>
            <a:off x="2439679" y="0"/>
            <a:ext cx="7320900" cy="6864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6888938" y="2855226"/>
            <a:ext cx="5303100" cy="1147500"/>
          </a:xfrm>
          <a:prstGeom prst="rect">
            <a:avLst/>
          </a:prstGeom>
          <a:solidFill>
            <a:srgbClr val="00375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  <a:defRPr sz="3200" b="0" i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lide_DkBlue">
  <p:cSld name="Quote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4762752" y="0"/>
            <a:ext cx="7429248" cy="574078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1114425" y="2406651"/>
            <a:ext cx="5486400" cy="18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1061645" y="1353874"/>
            <a:ext cx="1148100" cy="26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0" b="1" i="0" u="none" strike="noStrike" cap="none">
                <a:latin typeface="Play"/>
                <a:ea typeface="Play"/>
                <a:cs typeface="Play"/>
                <a:sym typeface="Play"/>
              </a:rPr>
              <a:t>“</a:t>
            </a: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2"/>
          </p:nvPr>
        </p:nvSpPr>
        <p:spPr>
          <a:xfrm>
            <a:off x="1127126" y="4214815"/>
            <a:ext cx="399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3"/>
          </p:nvPr>
        </p:nvSpPr>
        <p:spPr>
          <a:xfrm>
            <a:off x="1127126" y="4524199"/>
            <a:ext cx="399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lide_LtBlue">
  <p:cSld name="QuoteSlide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3" y="2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114425" y="2406651"/>
            <a:ext cx="5486400" cy="18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4400"/>
              <a:buFont typeface="Arial"/>
              <a:buNone/>
              <a:defRPr sz="4400" b="1" i="1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1061645" y="1353874"/>
            <a:ext cx="1148100" cy="26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0" b="1" i="0">
                <a:latin typeface="Play"/>
                <a:ea typeface="Play"/>
                <a:cs typeface="Play"/>
                <a:sym typeface="Play"/>
              </a:rPr>
              <a:t>“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1127126" y="4214815"/>
            <a:ext cx="399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3"/>
          </p:nvPr>
        </p:nvSpPr>
        <p:spPr>
          <a:xfrm>
            <a:off x="1127126" y="4524199"/>
            <a:ext cx="399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HexImages_DkBlue">
  <p:cSld name="TwoHexImages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2229" y="2"/>
            <a:ext cx="887505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-1281189" y="3948696"/>
            <a:ext cx="9091865" cy="70255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>
            <a:spLocks noGrp="1"/>
          </p:cNvSpPr>
          <p:nvPr>
            <p:ph type="pic" idx="2"/>
          </p:nvPr>
        </p:nvSpPr>
        <p:spPr>
          <a:xfrm>
            <a:off x="5999562" y="2991328"/>
            <a:ext cx="4033200" cy="3897300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6"/>
          <p:cNvSpPr>
            <a:spLocks noGrp="1"/>
          </p:cNvSpPr>
          <p:nvPr>
            <p:ph type="pic" idx="3"/>
          </p:nvPr>
        </p:nvSpPr>
        <p:spPr>
          <a:xfrm>
            <a:off x="2081285" y="-20320"/>
            <a:ext cx="5187600" cy="5254800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HexImages_WHT">
  <p:cSld name="TwoHexImages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7109" y="2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/>
          <p:nvPr/>
        </p:nvSpPr>
        <p:spPr>
          <a:xfrm rot="10800000">
            <a:off x="-2104349" y="-30336"/>
            <a:ext cx="8875200" cy="481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2333322" y="2991328"/>
            <a:ext cx="4033200" cy="3897300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7"/>
          <p:cNvSpPr>
            <a:spLocks noGrp="1"/>
          </p:cNvSpPr>
          <p:nvPr>
            <p:ph type="pic" idx="3"/>
          </p:nvPr>
        </p:nvSpPr>
        <p:spPr>
          <a:xfrm>
            <a:off x="4214885" y="-71120"/>
            <a:ext cx="5187600" cy="5254800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Slide_WHT">
  <p:cSld name="AgendaSlide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838200" y="1330326"/>
            <a:ext cx="5257800" cy="9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4000"/>
              <a:buFont typeface="Arial"/>
              <a:buNone/>
              <a:defRPr sz="4000" b="0" i="0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838200" y="2387602"/>
            <a:ext cx="5257800" cy="3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16943" y="-1"/>
            <a:ext cx="8875057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lide_WHT">
  <p:cSld name="StatSlide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3316941" y="-1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-1" y="2040584"/>
            <a:ext cx="7473900" cy="1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0"/>
              <a:buFont typeface="Arial"/>
              <a:buNone/>
              <a:defRPr sz="15000" b="0" i="0"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4560635" y="3547360"/>
            <a:ext cx="74739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lide_DkBlue">
  <p:cSld name="Stat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4183217" y="0"/>
            <a:ext cx="88750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-1" y="2442920"/>
            <a:ext cx="7473900" cy="1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0"/>
              <a:buFont typeface="Arial"/>
              <a:buNone/>
              <a:defRPr sz="15000" b="0" i="0"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4560635" y="3949696"/>
            <a:ext cx="74739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>
            <a:spLocks noGrp="1"/>
          </p:cNvSpPr>
          <p:nvPr>
            <p:ph type="pic" idx="2"/>
          </p:nvPr>
        </p:nvSpPr>
        <p:spPr>
          <a:xfrm>
            <a:off x="4109704" y="1137603"/>
            <a:ext cx="3972600" cy="4582800"/>
          </a:xfrm>
          <a:prstGeom prst="rect">
            <a:avLst/>
          </a:prstGeom>
          <a:solidFill>
            <a:srgbClr val="A8A7AB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DkBlue">
  <p:cSld name="Title Slide-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ctrTitle"/>
          </p:nvPr>
        </p:nvSpPr>
        <p:spPr>
          <a:xfrm>
            <a:off x="1524000" y="2828545"/>
            <a:ext cx="91440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subTitle" idx="1"/>
          </p:nvPr>
        </p:nvSpPr>
        <p:spPr>
          <a:xfrm>
            <a:off x="1524000" y="3690652"/>
            <a:ext cx="91440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2"/>
          </p:nvPr>
        </p:nvSpPr>
        <p:spPr>
          <a:xfrm>
            <a:off x="4144963" y="6302564"/>
            <a:ext cx="3902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LtBlue">
  <p:cSld name="Title Slide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>
            <a:spLocks noGrp="1"/>
          </p:cNvSpPr>
          <p:nvPr>
            <p:ph type="ctrTitle"/>
          </p:nvPr>
        </p:nvSpPr>
        <p:spPr>
          <a:xfrm>
            <a:off x="438912" y="2828545"/>
            <a:ext cx="91440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subTitle" idx="1"/>
          </p:nvPr>
        </p:nvSpPr>
        <p:spPr>
          <a:xfrm>
            <a:off x="438912" y="3690652"/>
            <a:ext cx="91440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438913" y="6302564"/>
            <a:ext cx="3902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WHT">
  <p:cSld name="Title Slide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ctrTitle"/>
          </p:nvPr>
        </p:nvSpPr>
        <p:spPr>
          <a:xfrm>
            <a:off x="2762725" y="2828545"/>
            <a:ext cx="91440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5400"/>
              <a:buFont typeface="Arial"/>
              <a:buNone/>
              <a:defRPr sz="5400" b="0" i="0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subTitle" idx="1"/>
          </p:nvPr>
        </p:nvSpPr>
        <p:spPr>
          <a:xfrm>
            <a:off x="2762725" y="3690652"/>
            <a:ext cx="91440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2"/>
          </p:nvPr>
        </p:nvSpPr>
        <p:spPr>
          <a:xfrm>
            <a:off x="8004651" y="6302564"/>
            <a:ext cx="3902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WithPic_DkBlue">
  <p:cSld name="InfoSlideWithPic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3316941" y="6925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6"/>
          <p:cNvSpPr>
            <a:spLocks noGrp="1"/>
          </p:cNvSpPr>
          <p:nvPr>
            <p:ph type="pic" idx="2"/>
          </p:nvPr>
        </p:nvSpPr>
        <p:spPr>
          <a:xfrm>
            <a:off x="6102725" y="4"/>
            <a:ext cx="6098400" cy="6864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26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body" idx="3"/>
          </p:nvPr>
        </p:nvSpPr>
        <p:spPr>
          <a:xfrm>
            <a:off x="660400" y="280987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WithPics_LtBlue">
  <p:cSld name="InfoSlideWithPics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925610" y="0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body" idx="2"/>
          </p:nvPr>
        </p:nvSpPr>
        <p:spPr>
          <a:xfrm>
            <a:off x="660400" y="280987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" name="Google Shape;120;p27"/>
          <p:cNvSpPr>
            <a:spLocks noGrp="1"/>
          </p:cNvSpPr>
          <p:nvPr>
            <p:ph type="pic" idx="3"/>
          </p:nvPr>
        </p:nvSpPr>
        <p:spPr>
          <a:xfrm>
            <a:off x="7562850" y="2"/>
            <a:ext cx="4629300" cy="342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1" name="Google Shape;121;p27"/>
          <p:cNvSpPr>
            <a:spLocks noGrp="1"/>
          </p:cNvSpPr>
          <p:nvPr>
            <p:ph type="pic" idx="4"/>
          </p:nvPr>
        </p:nvSpPr>
        <p:spPr>
          <a:xfrm>
            <a:off x="7562850" y="3429003"/>
            <a:ext cx="4629300" cy="342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WithPic_WHT">
  <p:cSld name="InfoSlideWithPic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427" y="-5681"/>
            <a:ext cx="8889763" cy="686936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5985170" y="1628670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body" idx="2"/>
          </p:nvPr>
        </p:nvSpPr>
        <p:spPr>
          <a:xfrm>
            <a:off x="5984260" y="243215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6" name="Google Shape;126;p28"/>
          <p:cNvSpPr>
            <a:spLocks noGrp="1"/>
          </p:cNvSpPr>
          <p:nvPr>
            <p:ph type="pic" idx="3"/>
          </p:nvPr>
        </p:nvSpPr>
        <p:spPr>
          <a:xfrm>
            <a:off x="-4811" y="362100"/>
            <a:ext cx="3893100" cy="612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_DkBlue">
  <p:cSld name="Info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4" y="2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9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2"/>
          </p:nvPr>
        </p:nvSpPr>
        <p:spPr>
          <a:xfrm>
            <a:off x="660400" y="280987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_LtBlue">
  <p:cSld name="InfoSlide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3" name="Google Shape;133;p30"/>
          <p:cNvSpPr txBox="1">
            <a:spLocks noGrp="1"/>
          </p:cNvSpPr>
          <p:nvPr>
            <p:ph type="body" idx="2"/>
          </p:nvPr>
        </p:nvSpPr>
        <p:spPr>
          <a:xfrm>
            <a:off x="660400" y="280987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4" y="2"/>
            <a:ext cx="887505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foSlide_DkBlue">
  <p:cSld name="2_Info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>
            <a:spLocks noGrp="1"/>
          </p:cNvSpPr>
          <p:nvPr>
            <p:ph type="body" idx="1"/>
          </p:nvPr>
        </p:nvSpPr>
        <p:spPr>
          <a:xfrm>
            <a:off x="660817" y="2389745"/>
            <a:ext cx="5103000" cy="14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body" idx="2"/>
          </p:nvPr>
        </p:nvSpPr>
        <p:spPr>
          <a:xfrm>
            <a:off x="5998520" y="2389747"/>
            <a:ext cx="5103900" cy="27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Divider_DkBlue">
  <p:cSld name="SectionDivider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3" y="2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2"/>
          <p:cNvSpPr>
            <a:spLocks noGrp="1"/>
          </p:cNvSpPr>
          <p:nvPr>
            <p:ph type="pic" idx="2"/>
          </p:nvPr>
        </p:nvSpPr>
        <p:spPr>
          <a:xfrm>
            <a:off x="2" y="2057400"/>
            <a:ext cx="12192000" cy="2743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" name="Google Shape;142;p32"/>
          <p:cNvSpPr txBox="1">
            <a:spLocks noGrp="1"/>
          </p:cNvSpPr>
          <p:nvPr>
            <p:ph type="body" idx="1"/>
          </p:nvPr>
        </p:nvSpPr>
        <p:spPr>
          <a:xfrm>
            <a:off x="0" y="5591964"/>
            <a:ext cx="12192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Divider_WHT">
  <p:cSld name="SectionDivider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4568" y="0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3"/>
          <p:cNvSpPr/>
          <p:nvPr/>
        </p:nvSpPr>
        <p:spPr>
          <a:xfrm flipH="1">
            <a:off x="-3807445" y="0"/>
            <a:ext cx="8875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3"/>
          <p:cNvSpPr>
            <a:spLocks noGrp="1"/>
          </p:cNvSpPr>
          <p:nvPr>
            <p:ph type="pic" idx="2"/>
          </p:nvPr>
        </p:nvSpPr>
        <p:spPr>
          <a:xfrm>
            <a:off x="2439679" y="0"/>
            <a:ext cx="7320900" cy="6864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7" name="Google Shape;147;p33"/>
          <p:cNvSpPr txBox="1">
            <a:spLocks noGrp="1"/>
          </p:cNvSpPr>
          <p:nvPr>
            <p:ph type="title"/>
          </p:nvPr>
        </p:nvSpPr>
        <p:spPr>
          <a:xfrm>
            <a:off x="6888938" y="2855226"/>
            <a:ext cx="5303100" cy="1147500"/>
          </a:xfrm>
          <a:prstGeom prst="rect">
            <a:avLst/>
          </a:prstGeom>
          <a:solidFill>
            <a:srgbClr val="00375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  <a:defRPr sz="3200" b="0" i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lide_DkBlue">
  <p:cSld name="Quote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4762750" y="4"/>
            <a:ext cx="7429250" cy="574077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4"/>
          <p:cNvSpPr txBox="1">
            <a:spLocks noGrp="1"/>
          </p:cNvSpPr>
          <p:nvPr>
            <p:ph type="body" idx="1"/>
          </p:nvPr>
        </p:nvSpPr>
        <p:spPr>
          <a:xfrm>
            <a:off x="1114425" y="2406651"/>
            <a:ext cx="5486400" cy="18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1" name="Google Shape;151;p34"/>
          <p:cNvSpPr txBox="1"/>
          <p:nvPr/>
        </p:nvSpPr>
        <p:spPr>
          <a:xfrm>
            <a:off x="1061645" y="1353874"/>
            <a:ext cx="1148100" cy="26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lang="en-US" sz="16600" b="1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4"/>
          <p:cNvSpPr txBox="1">
            <a:spLocks noGrp="1"/>
          </p:cNvSpPr>
          <p:nvPr>
            <p:ph type="body" idx="2"/>
          </p:nvPr>
        </p:nvSpPr>
        <p:spPr>
          <a:xfrm>
            <a:off x="1127126" y="4214815"/>
            <a:ext cx="399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3" name="Google Shape;153;p34"/>
          <p:cNvSpPr txBox="1">
            <a:spLocks noGrp="1"/>
          </p:cNvSpPr>
          <p:nvPr>
            <p:ph type="body" idx="3"/>
          </p:nvPr>
        </p:nvSpPr>
        <p:spPr>
          <a:xfrm>
            <a:off x="1127126" y="4524199"/>
            <a:ext cx="399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Divider_LtBlue">
  <p:cSld name="SectionDivider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5"/>
          <p:cNvSpPr txBox="1">
            <a:spLocks noGrp="1"/>
          </p:cNvSpPr>
          <p:nvPr>
            <p:ph type="body" idx="1"/>
          </p:nvPr>
        </p:nvSpPr>
        <p:spPr>
          <a:xfrm>
            <a:off x="0" y="3176982"/>
            <a:ext cx="12192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56" name="Google Shape;15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6941" y="2"/>
            <a:ext cx="887505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lide_LtBlue">
  <p:cSld name="QuoteSlide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4" y="2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6"/>
          <p:cNvSpPr txBox="1">
            <a:spLocks noGrp="1"/>
          </p:cNvSpPr>
          <p:nvPr>
            <p:ph type="body" idx="1"/>
          </p:nvPr>
        </p:nvSpPr>
        <p:spPr>
          <a:xfrm>
            <a:off x="1114425" y="2406651"/>
            <a:ext cx="5486400" cy="18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4400"/>
              <a:buFont typeface="Arial"/>
              <a:buNone/>
              <a:defRPr sz="4400" b="1" i="1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0" name="Google Shape;160;p36"/>
          <p:cNvSpPr txBox="1"/>
          <p:nvPr/>
        </p:nvSpPr>
        <p:spPr>
          <a:xfrm>
            <a:off x="1061645" y="1353874"/>
            <a:ext cx="1148100" cy="26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lang="en-US" sz="16600" b="1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6"/>
          <p:cNvSpPr txBox="1">
            <a:spLocks noGrp="1"/>
          </p:cNvSpPr>
          <p:nvPr>
            <p:ph type="body" idx="2"/>
          </p:nvPr>
        </p:nvSpPr>
        <p:spPr>
          <a:xfrm>
            <a:off x="1127126" y="4214815"/>
            <a:ext cx="399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36"/>
          <p:cNvSpPr txBox="1">
            <a:spLocks noGrp="1"/>
          </p:cNvSpPr>
          <p:nvPr>
            <p:ph type="body" idx="3"/>
          </p:nvPr>
        </p:nvSpPr>
        <p:spPr>
          <a:xfrm>
            <a:off x="1127126" y="4524199"/>
            <a:ext cx="399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HexImages_DkBlue">
  <p:cSld name="TwoHexImages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2229" y="2"/>
            <a:ext cx="8875056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-1281187" y="3948699"/>
            <a:ext cx="9091863" cy="702553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7"/>
          <p:cNvSpPr>
            <a:spLocks noGrp="1"/>
          </p:cNvSpPr>
          <p:nvPr>
            <p:ph type="pic" idx="2"/>
          </p:nvPr>
        </p:nvSpPr>
        <p:spPr>
          <a:xfrm>
            <a:off x="5999562" y="2991328"/>
            <a:ext cx="4033200" cy="3897300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510"/>
              </a:srgb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37"/>
          <p:cNvSpPr>
            <a:spLocks noGrp="1"/>
          </p:cNvSpPr>
          <p:nvPr>
            <p:ph type="pic" idx="3"/>
          </p:nvPr>
        </p:nvSpPr>
        <p:spPr>
          <a:xfrm>
            <a:off x="2081285" y="-20320"/>
            <a:ext cx="5187600" cy="5254800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510"/>
              </a:srgbClr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HexImages_WHT">
  <p:cSld name="TwoHexImages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7109" y="2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8"/>
          <p:cNvSpPr/>
          <p:nvPr/>
        </p:nvSpPr>
        <p:spPr>
          <a:xfrm rot="10800000">
            <a:off x="-2104349" y="-30336"/>
            <a:ext cx="8875200" cy="481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8"/>
          <p:cNvSpPr>
            <a:spLocks noGrp="1"/>
          </p:cNvSpPr>
          <p:nvPr>
            <p:ph type="pic" idx="2"/>
          </p:nvPr>
        </p:nvSpPr>
        <p:spPr>
          <a:xfrm>
            <a:off x="2333322" y="2991328"/>
            <a:ext cx="4033200" cy="3897300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510"/>
              </a:srgb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8"/>
          <p:cNvSpPr>
            <a:spLocks noGrp="1"/>
          </p:cNvSpPr>
          <p:nvPr>
            <p:ph type="pic" idx="3"/>
          </p:nvPr>
        </p:nvSpPr>
        <p:spPr>
          <a:xfrm>
            <a:off x="4214885" y="-71120"/>
            <a:ext cx="5187600" cy="5254800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510"/>
              </a:srgbClr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Slide_WHT">
  <p:cSld name="AgendaSlide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>
            <a:spLocks noGrp="1"/>
          </p:cNvSpPr>
          <p:nvPr>
            <p:ph type="title"/>
          </p:nvPr>
        </p:nvSpPr>
        <p:spPr>
          <a:xfrm>
            <a:off x="838200" y="1330326"/>
            <a:ext cx="5257800" cy="9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4000"/>
              <a:buFont typeface="Arial"/>
              <a:buNone/>
              <a:defRPr sz="4000" b="0" i="0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9"/>
          <p:cNvSpPr txBox="1">
            <a:spLocks noGrp="1"/>
          </p:cNvSpPr>
          <p:nvPr>
            <p:ph type="body" idx="1"/>
          </p:nvPr>
        </p:nvSpPr>
        <p:spPr>
          <a:xfrm>
            <a:off x="838200" y="2387602"/>
            <a:ext cx="5257800" cy="3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76" name="Google Shape;17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16944" y="-1"/>
            <a:ext cx="887505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lide_WHT">
  <p:cSld name="StatSlide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3316941" y="-1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-1" y="2040584"/>
            <a:ext cx="7473900" cy="1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0"/>
              <a:buFont typeface="Arial"/>
              <a:buNone/>
              <a:defRPr sz="15000" b="0" i="0"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0"/>
          <p:cNvSpPr txBox="1">
            <a:spLocks noGrp="1"/>
          </p:cNvSpPr>
          <p:nvPr>
            <p:ph type="body" idx="1"/>
          </p:nvPr>
        </p:nvSpPr>
        <p:spPr>
          <a:xfrm>
            <a:off x="4560635" y="3547360"/>
            <a:ext cx="74739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lide_DkBlue">
  <p:cSld name="Stat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4183218" y="0"/>
            <a:ext cx="887505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1"/>
          <p:cNvSpPr txBox="1">
            <a:spLocks noGrp="1"/>
          </p:cNvSpPr>
          <p:nvPr>
            <p:ph type="title"/>
          </p:nvPr>
        </p:nvSpPr>
        <p:spPr>
          <a:xfrm>
            <a:off x="-1" y="2442920"/>
            <a:ext cx="7473900" cy="1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0"/>
              <a:buFont typeface="Arial"/>
              <a:buNone/>
              <a:defRPr sz="15000" b="0" i="0"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1"/>
          <p:cNvSpPr txBox="1">
            <a:spLocks noGrp="1"/>
          </p:cNvSpPr>
          <p:nvPr>
            <p:ph type="body" idx="1"/>
          </p:nvPr>
        </p:nvSpPr>
        <p:spPr>
          <a:xfrm>
            <a:off x="4560635" y="3949696"/>
            <a:ext cx="74739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2"/>
          <p:cNvSpPr>
            <a:spLocks noGrp="1"/>
          </p:cNvSpPr>
          <p:nvPr>
            <p:ph type="pic" idx="2"/>
          </p:nvPr>
        </p:nvSpPr>
        <p:spPr>
          <a:xfrm>
            <a:off x="4109704" y="1137603"/>
            <a:ext cx="3972600" cy="4582800"/>
          </a:xfrm>
          <a:prstGeom prst="rect">
            <a:avLst/>
          </a:prstGeom>
          <a:solidFill>
            <a:srgbClr val="A8A7AB"/>
          </a:solidFill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DkBlue">
  <p:cSld name="Title Slide-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4"/>
          <p:cNvSpPr txBox="1">
            <a:spLocks noGrp="1"/>
          </p:cNvSpPr>
          <p:nvPr>
            <p:ph type="ctrTitle"/>
          </p:nvPr>
        </p:nvSpPr>
        <p:spPr>
          <a:xfrm>
            <a:off x="1524000" y="2828545"/>
            <a:ext cx="9144000" cy="101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4"/>
          <p:cNvSpPr txBox="1">
            <a:spLocks noGrp="1"/>
          </p:cNvSpPr>
          <p:nvPr>
            <p:ph type="subTitle" idx="1"/>
          </p:nvPr>
        </p:nvSpPr>
        <p:spPr>
          <a:xfrm>
            <a:off x="1524000" y="3690652"/>
            <a:ext cx="9144000" cy="43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3" name="Google Shape;193;p44"/>
          <p:cNvSpPr txBox="1">
            <a:spLocks noGrp="1"/>
          </p:cNvSpPr>
          <p:nvPr>
            <p:ph type="body" idx="2"/>
          </p:nvPr>
        </p:nvSpPr>
        <p:spPr>
          <a:xfrm>
            <a:off x="4144963" y="6302564"/>
            <a:ext cx="3902075" cy="34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LtBlue">
  <p:cSld name="Title Slide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5"/>
          <p:cNvSpPr txBox="1">
            <a:spLocks noGrp="1"/>
          </p:cNvSpPr>
          <p:nvPr>
            <p:ph type="ctrTitle"/>
          </p:nvPr>
        </p:nvSpPr>
        <p:spPr>
          <a:xfrm>
            <a:off x="438912" y="2828545"/>
            <a:ext cx="9144000" cy="101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5"/>
          <p:cNvSpPr txBox="1">
            <a:spLocks noGrp="1"/>
          </p:cNvSpPr>
          <p:nvPr>
            <p:ph type="subTitle" idx="1"/>
          </p:nvPr>
        </p:nvSpPr>
        <p:spPr>
          <a:xfrm>
            <a:off x="438912" y="3690652"/>
            <a:ext cx="9144000" cy="43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7" name="Google Shape;197;p45"/>
          <p:cNvSpPr txBox="1">
            <a:spLocks noGrp="1"/>
          </p:cNvSpPr>
          <p:nvPr>
            <p:ph type="body" idx="2"/>
          </p:nvPr>
        </p:nvSpPr>
        <p:spPr>
          <a:xfrm>
            <a:off x="438913" y="6302564"/>
            <a:ext cx="3902075" cy="34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WithPic_DkBlue">
  <p:cSld name="InfoSlideWithPic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3316941" y="6927"/>
            <a:ext cx="887505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6"/>
          <p:cNvSpPr>
            <a:spLocks noGrp="1"/>
          </p:cNvSpPr>
          <p:nvPr>
            <p:ph type="pic" idx="2"/>
          </p:nvPr>
        </p:nvSpPr>
        <p:spPr>
          <a:xfrm>
            <a:off x="6102725" y="4"/>
            <a:ext cx="6098411" cy="686492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" name="Google Shape;201;p46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2903" cy="60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body" idx="3"/>
          </p:nvPr>
        </p:nvSpPr>
        <p:spPr>
          <a:xfrm>
            <a:off x="660400" y="2809877"/>
            <a:ext cx="5103813" cy="279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WHT">
  <p:cSld name="Title Slide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7"/>
          <p:cNvSpPr txBox="1">
            <a:spLocks noGrp="1"/>
          </p:cNvSpPr>
          <p:nvPr>
            <p:ph type="ctrTitle"/>
          </p:nvPr>
        </p:nvSpPr>
        <p:spPr>
          <a:xfrm>
            <a:off x="2762725" y="2828545"/>
            <a:ext cx="9144000" cy="101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5400"/>
              <a:buFont typeface="Arial"/>
              <a:buNone/>
              <a:defRPr sz="5400" b="0" i="0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47"/>
          <p:cNvSpPr txBox="1">
            <a:spLocks noGrp="1"/>
          </p:cNvSpPr>
          <p:nvPr>
            <p:ph type="subTitle" idx="1"/>
          </p:nvPr>
        </p:nvSpPr>
        <p:spPr>
          <a:xfrm>
            <a:off x="2762725" y="3690652"/>
            <a:ext cx="9144000" cy="43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6" name="Google Shape;206;p47"/>
          <p:cNvSpPr txBox="1">
            <a:spLocks noGrp="1"/>
          </p:cNvSpPr>
          <p:nvPr>
            <p:ph type="body" idx="2"/>
          </p:nvPr>
        </p:nvSpPr>
        <p:spPr>
          <a:xfrm>
            <a:off x="8004651" y="6302564"/>
            <a:ext cx="3902075" cy="34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Divider_WHT">
  <p:cSld name="SectionDivider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4568" y="0"/>
            <a:ext cx="88750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8"/>
          <p:cNvSpPr/>
          <p:nvPr/>
        </p:nvSpPr>
        <p:spPr>
          <a:xfrm flipH="1">
            <a:off x="-3807304" y="0"/>
            <a:ext cx="887505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48"/>
          <p:cNvSpPr>
            <a:spLocks noGrp="1"/>
          </p:cNvSpPr>
          <p:nvPr>
            <p:ph type="pic" idx="2"/>
          </p:nvPr>
        </p:nvSpPr>
        <p:spPr>
          <a:xfrm>
            <a:off x="2439679" y="0"/>
            <a:ext cx="7320884" cy="6864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1" name="Google Shape;211;p48"/>
          <p:cNvSpPr txBox="1">
            <a:spLocks noGrp="1"/>
          </p:cNvSpPr>
          <p:nvPr>
            <p:ph type="title"/>
          </p:nvPr>
        </p:nvSpPr>
        <p:spPr>
          <a:xfrm>
            <a:off x="6888938" y="2855226"/>
            <a:ext cx="5303063" cy="1147548"/>
          </a:xfrm>
          <a:prstGeom prst="rect">
            <a:avLst/>
          </a:prstGeom>
          <a:solidFill>
            <a:srgbClr val="00375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  <a:defRPr sz="3200" b="0" i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WithPics_LtBlue">
  <p:cSld name="InfoSlideWithPics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925607" y="0"/>
            <a:ext cx="88750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9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2903" cy="60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5" name="Google Shape;215;p49"/>
          <p:cNvSpPr txBox="1">
            <a:spLocks noGrp="1"/>
          </p:cNvSpPr>
          <p:nvPr>
            <p:ph type="body" idx="2"/>
          </p:nvPr>
        </p:nvSpPr>
        <p:spPr>
          <a:xfrm>
            <a:off x="660400" y="2809877"/>
            <a:ext cx="5103813" cy="279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6" name="Google Shape;216;p49"/>
          <p:cNvSpPr>
            <a:spLocks noGrp="1"/>
          </p:cNvSpPr>
          <p:nvPr>
            <p:ph type="pic" idx="3"/>
          </p:nvPr>
        </p:nvSpPr>
        <p:spPr>
          <a:xfrm>
            <a:off x="7562850" y="2"/>
            <a:ext cx="4629151" cy="34289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7" name="Google Shape;217;p49"/>
          <p:cNvSpPr>
            <a:spLocks noGrp="1"/>
          </p:cNvSpPr>
          <p:nvPr>
            <p:ph type="pic" idx="4"/>
          </p:nvPr>
        </p:nvSpPr>
        <p:spPr>
          <a:xfrm>
            <a:off x="7562850" y="3429003"/>
            <a:ext cx="4629151" cy="34289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WithPic_WHT">
  <p:cSld name="InfoSlideWithPic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427" y="-5681"/>
            <a:ext cx="8889763" cy="686936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0"/>
          <p:cNvSpPr txBox="1">
            <a:spLocks noGrp="1"/>
          </p:cNvSpPr>
          <p:nvPr>
            <p:ph type="body" idx="1"/>
          </p:nvPr>
        </p:nvSpPr>
        <p:spPr>
          <a:xfrm>
            <a:off x="5985170" y="1628670"/>
            <a:ext cx="5102903" cy="60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1" name="Google Shape;221;p50"/>
          <p:cNvSpPr txBox="1">
            <a:spLocks noGrp="1"/>
          </p:cNvSpPr>
          <p:nvPr>
            <p:ph type="body" idx="2"/>
          </p:nvPr>
        </p:nvSpPr>
        <p:spPr>
          <a:xfrm>
            <a:off x="5984260" y="2432157"/>
            <a:ext cx="5103813" cy="279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2" name="Google Shape;222;p50"/>
          <p:cNvSpPr>
            <a:spLocks noGrp="1"/>
          </p:cNvSpPr>
          <p:nvPr>
            <p:ph type="pic" idx="3"/>
          </p:nvPr>
        </p:nvSpPr>
        <p:spPr>
          <a:xfrm>
            <a:off x="-4811" y="362100"/>
            <a:ext cx="3893168" cy="6124752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_DkBlue">
  <p:cSld name="Info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1" y="2"/>
            <a:ext cx="887505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1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2903" cy="60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51"/>
          <p:cNvSpPr txBox="1">
            <a:spLocks noGrp="1"/>
          </p:cNvSpPr>
          <p:nvPr>
            <p:ph type="body" idx="2"/>
          </p:nvPr>
        </p:nvSpPr>
        <p:spPr>
          <a:xfrm>
            <a:off x="660400" y="2809877"/>
            <a:ext cx="5103813" cy="279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Slide_LtBlue">
  <p:cSld name="InfoSlide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2"/>
          <p:cNvSpPr txBox="1">
            <a:spLocks noGrp="1"/>
          </p:cNvSpPr>
          <p:nvPr>
            <p:ph type="body" idx="1"/>
          </p:nvPr>
        </p:nvSpPr>
        <p:spPr>
          <a:xfrm>
            <a:off x="660817" y="1964338"/>
            <a:ext cx="5102903" cy="60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9" name="Google Shape;229;p52"/>
          <p:cNvSpPr txBox="1">
            <a:spLocks noGrp="1"/>
          </p:cNvSpPr>
          <p:nvPr>
            <p:ph type="body" idx="2"/>
          </p:nvPr>
        </p:nvSpPr>
        <p:spPr>
          <a:xfrm>
            <a:off x="660400" y="2809877"/>
            <a:ext cx="5103813" cy="279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30" name="Google Shape;230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1" y="2"/>
            <a:ext cx="887505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foSlide_DkBlue">
  <p:cSld name="2_Info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8750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53"/>
          <p:cNvSpPr txBox="1">
            <a:spLocks noGrp="1"/>
          </p:cNvSpPr>
          <p:nvPr>
            <p:ph type="body" idx="1"/>
          </p:nvPr>
        </p:nvSpPr>
        <p:spPr>
          <a:xfrm>
            <a:off x="660817" y="2389745"/>
            <a:ext cx="5102903" cy="1464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4" name="Google Shape;234;p53"/>
          <p:cNvSpPr txBox="1">
            <a:spLocks noGrp="1"/>
          </p:cNvSpPr>
          <p:nvPr>
            <p:ph type="body" idx="2"/>
          </p:nvPr>
        </p:nvSpPr>
        <p:spPr>
          <a:xfrm>
            <a:off x="5998520" y="2389747"/>
            <a:ext cx="5103813" cy="279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A7A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A8A7AB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Divider_DkBlue">
  <p:cSld name="SectionDivider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0" y="2"/>
            <a:ext cx="887505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4"/>
          <p:cNvSpPr>
            <a:spLocks noGrp="1"/>
          </p:cNvSpPr>
          <p:nvPr>
            <p:ph type="pic" idx="2"/>
          </p:nvPr>
        </p:nvSpPr>
        <p:spPr>
          <a:xfrm>
            <a:off x="2" y="2057400"/>
            <a:ext cx="12191999" cy="2743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8" name="Google Shape;238;p54"/>
          <p:cNvSpPr txBox="1">
            <a:spLocks noGrp="1"/>
          </p:cNvSpPr>
          <p:nvPr>
            <p:ph type="body" idx="1"/>
          </p:nvPr>
        </p:nvSpPr>
        <p:spPr>
          <a:xfrm>
            <a:off x="0" y="5591964"/>
            <a:ext cx="12192000" cy="50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lide_DkBlue">
  <p:cSld name="Quote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4762753" y="2"/>
            <a:ext cx="7429247" cy="574078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5"/>
          <p:cNvSpPr txBox="1">
            <a:spLocks noGrp="1"/>
          </p:cNvSpPr>
          <p:nvPr>
            <p:ph type="body" idx="1"/>
          </p:nvPr>
        </p:nvSpPr>
        <p:spPr>
          <a:xfrm>
            <a:off x="1114425" y="2406651"/>
            <a:ext cx="5486400" cy="180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2" name="Google Shape;242;p55"/>
          <p:cNvSpPr txBox="1"/>
          <p:nvPr/>
        </p:nvSpPr>
        <p:spPr>
          <a:xfrm>
            <a:off x="1061645" y="1353874"/>
            <a:ext cx="1148156" cy="264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lang="en-US" sz="16600" b="1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5"/>
          <p:cNvSpPr txBox="1">
            <a:spLocks noGrp="1"/>
          </p:cNvSpPr>
          <p:nvPr>
            <p:ph type="body" idx="2"/>
          </p:nvPr>
        </p:nvSpPr>
        <p:spPr>
          <a:xfrm>
            <a:off x="1127126" y="4214815"/>
            <a:ext cx="39941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" name="Google Shape;244;p55"/>
          <p:cNvSpPr txBox="1">
            <a:spLocks noGrp="1"/>
          </p:cNvSpPr>
          <p:nvPr>
            <p:ph type="body" idx="3"/>
          </p:nvPr>
        </p:nvSpPr>
        <p:spPr>
          <a:xfrm>
            <a:off x="1127126" y="4524199"/>
            <a:ext cx="39941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Divider_LtBlue">
  <p:cSld name="SectionDivider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6"/>
          <p:cNvSpPr txBox="1">
            <a:spLocks noGrp="1"/>
          </p:cNvSpPr>
          <p:nvPr>
            <p:ph type="body" idx="1"/>
          </p:nvPr>
        </p:nvSpPr>
        <p:spPr>
          <a:xfrm>
            <a:off x="0" y="3176982"/>
            <a:ext cx="12192000" cy="50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47" name="Google Shape;24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6941" y="2"/>
            <a:ext cx="887505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lide_LtBlue">
  <p:cSld name="QuoteSlide_Lt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16941" y="2"/>
            <a:ext cx="887505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7"/>
          <p:cNvSpPr txBox="1">
            <a:spLocks noGrp="1"/>
          </p:cNvSpPr>
          <p:nvPr>
            <p:ph type="body" idx="1"/>
          </p:nvPr>
        </p:nvSpPr>
        <p:spPr>
          <a:xfrm>
            <a:off x="1114425" y="2406651"/>
            <a:ext cx="5486400" cy="180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4400"/>
              <a:buFont typeface="Arial"/>
              <a:buNone/>
              <a:defRPr sz="4400" b="1" i="1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p57"/>
          <p:cNvSpPr txBox="1"/>
          <p:nvPr/>
        </p:nvSpPr>
        <p:spPr>
          <a:xfrm>
            <a:off x="1061645" y="1353874"/>
            <a:ext cx="1148156" cy="264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lang="en-US" sz="16600" b="1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7"/>
          <p:cNvSpPr txBox="1">
            <a:spLocks noGrp="1"/>
          </p:cNvSpPr>
          <p:nvPr>
            <p:ph type="body" idx="2"/>
          </p:nvPr>
        </p:nvSpPr>
        <p:spPr>
          <a:xfrm>
            <a:off x="1127126" y="4214815"/>
            <a:ext cx="39941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3" name="Google Shape;253;p57"/>
          <p:cNvSpPr txBox="1">
            <a:spLocks noGrp="1"/>
          </p:cNvSpPr>
          <p:nvPr>
            <p:ph type="body" idx="3"/>
          </p:nvPr>
        </p:nvSpPr>
        <p:spPr>
          <a:xfrm>
            <a:off x="1127126" y="4524199"/>
            <a:ext cx="39941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HexImages_DkBlue">
  <p:cSld name="TwoHexImages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2229" y="2"/>
            <a:ext cx="8875059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-1281188" y="3948698"/>
            <a:ext cx="9091864" cy="702553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8"/>
          <p:cNvSpPr>
            <a:spLocks noGrp="1"/>
          </p:cNvSpPr>
          <p:nvPr>
            <p:ph type="pic" idx="2"/>
          </p:nvPr>
        </p:nvSpPr>
        <p:spPr>
          <a:xfrm>
            <a:off x="5999562" y="2991328"/>
            <a:ext cx="4033319" cy="3897152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509"/>
              </a:srgb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58"/>
          <p:cNvSpPr>
            <a:spLocks noGrp="1"/>
          </p:cNvSpPr>
          <p:nvPr>
            <p:ph type="pic" idx="3"/>
          </p:nvPr>
        </p:nvSpPr>
        <p:spPr>
          <a:xfrm>
            <a:off x="2081285" y="-20320"/>
            <a:ext cx="5187635" cy="5254704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509"/>
              </a:srgbClr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HexImages_WHT">
  <p:cSld name="TwoHexImages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7109" y="2"/>
            <a:ext cx="887505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9"/>
          <p:cNvSpPr/>
          <p:nvPr/>
        </p:nvSpPr>
        <p:spPr>
          <a:xfrm rot="10800000">
            <a:off x="-2104208" y="-30480"/>
            <a:ext cx="8875059" cy="4812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59"/>
          <p:cNvSpPr>
            <a:spLocks noGrp="1"/>
          </p:cNvSpPr>
          <p:nvPr>
            <p:ph type="pic" idx="2"/>
          </p:nvPr>
        </p:nvSpPr>
        <p:spPr>
          <a:xfrm>
            <a:off x="2333322" y="2991328"/>
            <a:ext cx="4033319" cy="3897152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509"/>
              </a:srgb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59"/>
          <p:cNvSpPr>
            <a:spLocks noGrp="1"/>
          </p:cNvSpPr>
          <p:nvPr>
            <p:ph type="pic" idx="3"/>
          </p:nvPr>
        </p:nvSpPr>
        <p:spPr>
          <a:xfrm>
            <a:off x="4214885" y="-71120"/>
            <a:ext cx="5187635" cy="5254704"/>
          </a:xfrm>
          <a:prstGeom prst="rect">
            <a:avLst/>
          </a:prstGeom>
          <a:solidFill>
            <a:srgbClr val="D8D8D8"/>
          </a:solidFill>
          <a:ln w="57150" cap="flat" cmpd="sng">
            <a:solidFill>
              <a:srgbClr val="00A9DB">
                <a:alpha val="74509"/>
              </a:srgbClr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Slide_WHT">
  <p:cSld name="AgendaSlide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0"/>
          <p:cNvSpPr txBox="1">
            <a:spLocks noGrp="1"/>
          </p:cNvSpPr>
          <p:nvPr>
            <p:ph type="title"/>
          </p:nvPr>
        </p:nvSpPr>
        <p:spPr>
          <a:xfrm>
            <a:off x="838200" y="1330326"/>
            <a:ext cx="5257800" cy="933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4000"/>
              <a:buFont typeface="Arial"/>
              <a:buNone/>
              <a:defRPr sz="4000" b="0" i="0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60"/>
          <p:cNvSpPr txBox="1">
            <a:spLocks noGrp="1"/>
          </p:cNvSpPr>
          <p:nvPr>
            <p:ph type="body" idx="1"/>
          </p:nvPr>
        </p:nvSpPr>
        <p:spPr>
          <a:xfrm>
            <a:off x="838200" y="2387602"/>
            <a:ext cx="5257800" cy="352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DB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DB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A9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67" name="Google Shape;267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16941" y="0"/>
            <a:ext cx="887505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lide_WHT">
  <p:cSld name="StatSlide_W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3316941" y="0"/>
            <a:ext cx="88750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1"/>
          <p:cNvSpPr txBox="1">
            <a:spLocks noGrp="1"/>
          </p:cNvSpPr>
          <p:nvPr>
            <p:ph type="title"/>
          </p:nvPr>
        </p:nvSpPr>
        <p:spPr>
          <a:xfrm>
            <a:off x="-1" y="2040584"/>
            <a:ext cx="7473949" cy="199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0"/>
              <a:buFont typeface="Arial"/>
              <a:buNone/>
              <a:defRPr sz="150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61"/>
          <p:cNvSpPr txBox="1">
            <a:spLocks noGrp="1"/>
          </p:cNvSpPr>
          <p:nvPr>
            <p:ph type="body" idx="1"/>
          </p:nvPr>
        </p:nvSpPr>
        <p:spPr>
          <a:xfrm>
            <a:off x="4560635" y="3547360"/>
            <a:ext cx="7473951" cy="612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5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375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lide_DkBlue">
  <p:cSld name="StatSlide_D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4183215" y="2"/>
            <a:ext cx="887505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2"/>
          <p:cNvSpPr txBox="1">
            <a:spLocks noGrp="1"/>
          </p:cNvSpPr>
          <p:nvPr>
            <p:ph type="title"/>
          </p:nvPr>
        </p:nvSpPr>
        <p:spPr>
          <a:xfrm>
            <a:off x="-1" y="2442920"/>
            <a:ext cx="7473949" cy="199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0"/>
              <a:buFont typeface="Arial"/>
              <a:buNone/>
              <a:defRPr sz="150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62"/>
          <p:cNvSpPr txBox="1">
            <a:spLocks noGrp="1"/>
          </p:cNvSpPr>
          <p:nvPr>
            <p:ph type="body" idx="1"/>
          </p:nvPr>
        </p:nvSpPr>
        <p:spPr>
          <a:xfrm>
            <a:off x="4560635" y="3949696"/>
            <a:ext cx="7473951" cy="612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3"/>
          <p:cNvSpPr>
            <a:spLocks noGrp="1"/>
          </p:cNvSpPr>
          <p:nvPr>
            <p:ph type="pic" idx="2"/>
          </p:nvPr>
        </p:nvSpPr>
        <p:spPr>
          <a:xfrm>
            <a:off x="4109704" y="1137603"/>
            <a:ext cx="3972591" cy="4582793"/>
          </a:xfrm>
          <a:prstGeom prst="rect">
            <a:avLst/>
          </a:prstGeom>
          <a:solidFill>
            <a:srgbClr val="A8A7AB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85"/>
          <p:cNvSpPr txBox="1">
            <a:spLocks noGrp="1"/>
          </p:cNvSpPr>
          <p:nvPr>
            <p:ph type="ctrTitle"/>
          </p:nvPr>
        </p:nvSpPr>
        <p:spPr>
          <a:xfrm>
            <a:off x="1560000" y="2570100"/>
            <a:ext cx="90720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4100" b="1" i="1" dirty="0">
                <a:latin typeface="Calibri"/>
                <a:ea typeface="Calibri"/>
                <a:cs typeface="Calibri"/>
                <a:sym typeface="Calibri"/>
              </a:rPr>
              <a:t> PROJECT 3</a:t>
            </a:r>
            <a:endParaRPr sz="4100" b="1" i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4100" b="1" i="1" dirty="0">
                <a:latin typeface="Calibri"/>
                <a:ea typeface="Calibri"/>
                <a:cs typeface="Calibri"/>
                <a:sym typeface="Calibri"/>
              </a:rPr>
              <a:t>CLASSIFICATION OF VOLE SKULLS</a:t>
            </a:r>
            <a:endParaRPr sz="4100" b="1" i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4100" b="1" i="1" dirty="0">
                <a:latin typeface="Calibri"/>
                <a:ea typeface="Calibri"/>
                <a:cs typeface="Calibri"/>
                <a:sym typeface="Calibri"/>
              </a:rPr>
              <a:t>WITH GLM</a:t>
            </a:r>
            <a:endParaRPr sz="4100" b="1"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5"/>
          <p:cNvSpPr txBox="1">
            <a:spLocks noGrp="1"/>
          </p:cNvSpPr>
          <p:nvPr>
            <p:ph type="subTitle" idx="1"/>
          </p:nvPr>
        </p:nvSpPr>
        <p:spPr>
          <a:xfrm>
            <a:off x="1524000" y="3932692"/>
            <a:ext cx="9144000" cy="21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9DB"/>
              </a:buClr>
              <a:buSzPts val="2800"/>
              <a:buNone/>
            </a:pPr>
            <a:r>
              <a:rPr lang="en-US" sz="2500" b="1" u="sng" dirty="0">
                <a:latin typeface="Calibri"/>
                <a:ea typeface="Calibri"/>
                <a:cs typeface="Calibri"/>
                <a:sym typeface="Calibri"/>
              </a:rPr>
              <a:t>Group 4</a:t>
            </a:r>
            <a:endParaRPr sz="2200" b="1" dirty="0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9DB"/>
              </a:buClr>
              <a:buSzPts val="2800"/>
              <a:buNone/>
            </a:pPr>
            <a:r>
              <a:rPr lang="en-US" sz="2200" b="1" dirty="0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Sai Ram </a:t>
            </a:r>
            <a:r>
              <a:rPr lang="en-US" sz="2200" b="1" dirty="0" err="1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Vodnala</a:t>
            </a:r>
            <a:endParaRPr sz="2200" b="1" dirty="0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9DB"/>
              </a:buClr>
              <a:buSzPts val="2800"/>
              <a:buNone/>
            </a:pPr>
            <a:r>
              <a:rPr lang="en-US" sz="2200" b="1" dirty="0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Carlos </a:t>
            </a:r>
            <a:r>
              <a:rPr lang="en-US" sz="2200" b="1" dirty="0" err="1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Quevedo</a:t>
            </a:r>
            <a:r>
              <a:rPr lang="en-US" sz="2200" b="1" dirty="0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 Garza</a:t>
            </a:r>
            <a:endParaRPr sz="2200" b="1" dirty="0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9DB"/>
              </a:buClr>
              <a:buSzPts val="2800"/>
              <a:buNone/>
            </a:pPr>
            <a:r>
              <a:rPr lang="en-US" sz="2200" b="1" dirty="0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Kevin </a:t>
            </a:r>
            <a:r>
              <a:rPr lang="en-US" sz="2200" b="1" dirty="0" err="1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Osei-Onomah</a:t>
            </a:r>
            <a:endParaRPr sz="2200" b="1" dirty="0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9DB"/>
              </a:buClr>
              <a:buSzPts val="2800"/>
              <a:buNone/>
            </a:pPr>
            <a:r>
              <a:rPr lang="en-US" sz="2200" b="1" dirty="0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Soniya Shahi</a:t>
            </a:r>
            <a:endParaRPr sz="2200" b="1" dirty="0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5"/>
          <p:cNvSpPr txBox="1">
            <a:spLocks noGrp="1"/>
          </p:cNvSpPr>
          <p:nvPr>
            <p:ph type="body" idx="2"/>
          </p:nvPr>
        </p:nvSpPr>
        <p:spPr>
          <a:xfrm>
            <a:off x="4144963" y="6302564"/>
            <a:ext cx="3902075" cy="34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A7AB"/>
              </a:buClr>
              <a:buSzPts val="2000"/>
              <a:buNone/>
            </a:pPr>
            <a:r>
              <a:rPr lang="en-US"/>
              <a:t>November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3812839" y="-1521164"/>
            <a:ext cx="6857999" cy="9900327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86"/>
          <p:cNvSpPr txBox="1">
            <a:spLocks noGrp="1"/>
          </p:cNvSpPr>
          <p:nvPr>
            <p:ph type="body" idx="1"/>
          </p:nvPr>
        </p:nvSpPr>
        <p:spPr>
          <a:xfrm rot="-5400000">
            <a:off x="-731300" y="2917775"/>
            <a:ext cx="5573700" cy="1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5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sz="5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" name="Google Shape;382;p86"/>
          <p:cNvGrpSpPr/>
          <p:nvPr/>
        </p:nvGrpSpPr>
        <p:grpSpPr>
          <a:xfrm>
            <a:off x="3478761" y="809526"/>
            <a:ext cx="6606672" cy="2967466"/>
            <a:chOff x="1125218" y="265"/>
            <a:chExt cx="5394963" cy="2175402"/>
          </a:xfrm>
        </p:grpSpPr>
        <p:sp>
          <p:nvSpPr>
            <p:cNvPr id="383" name="Google Shape;383;p86"/>
            <p:cNvSpPr/>
            <p:nvPr/>
          </p:nvSpPr>
          <p:spPr>
            <a:xfrm rot="10800000">
              <a:off x="1435990" y="265"/>
              <a:ext cx="5084191" cy="621543"/>
            </a:xfrm>
            <a:prstGeom prst="homePlate">
              <a:avLst>
                <a:gd name="adj" fmla="val 50000"/>
              </a:avLst>
            </a:prstGeom>
            <a:solidFill>
              <a:srgbClr val="0E9EDB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86"/>
            <p:cNvSpPr txBox="1"/>
            <p:nvPr/>
          </p:nvSpPr>
          <p:spPr>
            <a:xfrm>
              <a:off x="1591376" y="265"/>
              <a:ext cx="4928805" cy="621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075" tIns="91425" rIns="1706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240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86"/>
            <p:cNvSpPr/>
            <p:nvPr/>
          </p:nvSpPr>
          <p:spPr>
            <a:xfrm>
              <a:off x="1125218" y="265"/>
              <a:ext cx="621543" cy="62154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86"/>
            <p:cNvSpPr/>
            <p:nvPr/>
          </p:nvSpPr>
          <p:spPr>
            <a:xfrm rot="10800000">
              <a:off x="1435990" y="777194"/>
              <a:ext cx="5084191" cy="621543"/>
            </a:xfrm>
            <a:prstGeom prst="homePlate">
              <a:avLst>
                <a:gd name="adj" fmla="val 50000"/>
              </a:avLst>
            </a:prstGeom>
            <a:solidFill>
              <a:srgbClr val="0E9EDB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86"/>
            <p:cNvSpPr txBox="1"/>
            <p:nvPr/>
          </p:nvSpPr>
          <p:spPr>
            <a:xfrm>
              <a:off x="1591376" y="777194"/>
              <a:ext cx="4928805" cy="621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075" tIns="91425" rIns="1706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Overview</a:t>
              </a:r>
              <a:endParaRPr sz="240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86"/>
            <p:cNvSpPr/>
            <p:nvPr/>
          </p:nvSpPr>
          <p:spPr>
            <a:xfrm>
              <a:off x="1125218" y="777194"/>
              <a:ext cx="621543" cy="621543"/>
            </a:xfrm>
            <a:prstGeom prst="ellipse">
              <a:avLst/>
            </a:prstGeom>
            <a:blipFill rotWithShape="1">
              <a:blip r:embed="rId5">
                <a:alphaModFix/>
              </a:blip>
              <a:stretch>
                <a:fillRect l="-12999" r="-12999"/>
              </a:stretch>
            </a:blip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86"/>
            <p:cNvSpPr/>
            <p:nvPr/>
          </p:nvSpPr>
          <p:spPr>
            <a:xfrm rot="10800000">
              <a:off x="1435990" y="1554124"/>
              <a:ext cx="5084191" cy="621543"/>
            </a:xfrm>
            <a:prstGeom prst="homePlate">
              <a:avLst>
                <a:gd name="adj" fmla="val 50000"/>
              </a:avLst>
            </a:prstGeom>
            <a:solidFill>
              <a:srgbClr val="0E9EDB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86"/>
            <p:cNvSpPr txBox="1"/>
            <p:nvPr/>
          </p:nvSpPr>
          <p:spPr>
            <a:xfrm>
              <a:off x="1591376" y="1554124"/>
              <a:ext cx="4928805" cy="621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075" tIns="91425" rIns="1706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Exploratory Data Analysis (EDA)</a:t>
              </a:r>
              <a:endParaRPr sz="240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86"/>
            <p:cNvSpPr/>
            <p:nvPr/>
          </p:nvSpPr>
          <p:spPr>
            <a:xfrm>
              <a:off x="1125218" y="1554124"/>
              <a:ext cx="621543" cy="621543"/>
            </a:xfrm>
            <a:prstGeom prst="ellipse">
              <a:avLst/>
            </a:prstGeom>
            <a:blipFill rotWithShape="1">
              <a:blip r:embed="rId6">
                <a:alphaModFix/>
              </a:blip>
              <a:stretch>
                <a:fillRect l="-4999" r="-4998"/>
              </a:stretch>
            </a:blip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86"/>
          <p:cNvGrpSpPr/>
          <p:nvPr/>
        </p:nvGrpSpPr>
        <p:grpSpPr>
          <a:xfrm>
            <a:off x="3508939" y="4016625"/>
            <a:ext cx="6639633" cy="1917360"/>
            <a:chOff x="1130810" y="266"/>
            <a:chExt cx="5421879" cy="1405586"/>
          </a:xfrm>
        </p:grpSpPr>
        <p:sp>
          <p:nvSpPr>
            <p:cNvPr id="393" name="Google Shape;393;p86"/>
            <p:cNvSpPr/>
            <p:nvPr/>
          </p:nvSpPr>
          <p:spPr>
            <a:xfrm rot="10800000">
              <a:off x="1443162" y="266"/>
              <a:ext cx="5109527" cy="624704"/>
            </a:xfrm>
            <a:prstGeom prst="homePlate">
              <a:avLst>
                <a:gd name="adj" fmla="val 50000"/>
              </a:avLst>
            </a:prstGeom>
            <a:solidFill>
              <a:srgbClr val="0E9EDB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86"/>
            <p:cNvSpPr txBox="1"/>
            <p:nvPr/>
          </p:nvSpPr>
          <p:spPr>
            <a:xfrm>
              <a:off x="1599338" y="266"/>
              <a:ext cx="4953351" cy="6247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5475" tIns="91425" rIns="1706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Development and Evaluation</a:t>
              </a:r>
              <a:endParaRPr sz="240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86"/>
            <p:cNvSpPr/>
            <p:nvPr/>
          </p:nvSpPr>
          <p:spPr>
            <a:xfrm>
              <a:off x="1130810" y="266"/>
              <a:ext cx="624704" cy="624704"/>
            </a:xfrm>
            <a:prstGeom prst="ellipse">
              <a:avLst/>
            </a:prstGeom>
            <a:blipFill rotWithShape="1">
              <a:blip r:embed="rId7">
                <a:alphaModFix/>
              </a:blip>
              <a:stretch>
                <a:fillRect l="-999" r="-999"/>
              </a:stretch>
            </a:blip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86"/>
            <p:cNvSpPr/>
            <p:nvPr/>
          </p:nvSpPr>
          <p:spPr>
            <a:xfrm rot="10800000">
              <a:off x="1443162" y="781148"/>
              <a:ext cx="5109527" cy="624704"/>
            </a:xfrm>
            <a:prstGeom prst="homePlate">
              <a:avLst>
                <a:gd name="adj" fmla="val 50000"/>
              </a:avLst>
            </a:prstGeom>
            <a:solidFill>
              <a:srgbClr val="0E9EDB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86"/>
            <p:cNvSpPr txBox="1"/>
            <p:nvPr/>
          </p:nvSpPr>
          <p:spPr>
            <a:xfrm>
              <a:off x="1599338" y="781148"/>
              <a:ext cx="49533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5475" tIns="91425" rIns="1706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Predictions</a:t>
              </a:r>
              <a:endParaRPr sz="240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86"/>
            <p:cNvSpPr/>
            <p:nvPr/>
          </p:nvSpPr>
          <p:spPr>
            <a:xfrm>
              <a:off x="1130810" y="781148"/>
              <a:ext cx="624704" cy="624704"/>
            </a:xfrm>
            <a:prstGeom prst="ellipse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87"/>
          <p:cNvSpPr txBox="1">
            <a:spLocks noGrp="1"/>
          </p:cNvSpPr>
          <p:nvPr>
            <p:ph type="ctrTitle"/>
          </p:nvPr>
        </p:nvSpPr>
        <p:spPr>
          <a:xfrm>
            <a:off x="144216" y="694945"/>
            <a:ext cx="9144000" cy="101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7"/>
          <p:cNvSpPr txBox="1">
            <a:spLocks noGrp="1"/>
          </p:cNvSpPr>
          <p:nvPr>
            <p:ph type="body" idx="2"/>
          </p:nvPr>
        </p:nvSpPr>
        <p:spPr>
          <a:xfrm>
            <a:off x="332264" y="3615131"/>
            <a:ext cx="3868262" cy="254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C43"/>
              </a:buClr>
              <a:buSzPts val="2000"/>
              <a:buFont typeface="Calibri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Identification of 199 unidentified voles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0" lvl="0" indent="-215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C43"/>
              </a:buClr>
              <a:buSzPts val="2000"/>
              <a:buFont typeface="Noto Sans Symbols"/>
              <a:buNone/>
            </a:pPr>
            <a:endParaRPr>
              <a:solidFill>
                <a:srgbClr val="002C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" name="Google Shape;405;p87"/>
          <p:cNvGrpSpPr/>
          <p:nvPr/>
        </p:nvGrpSpPr>
        <p:grpSpPr>
          <a:xfrm>
            <a:off x="145557" y="2408666"/>
            <a:ext cx="12047783" cy="706009"/>
            <a:chOff x="0" y="0"/>
            <a:chExt cx="12047783" cy="706009"/>
          </a:xfrm>
        </p:grpSpPr>
        <p:sp>
          <p:nvSpPr>
            <p:cNvPr id="406" name="Google Shape;406;p87"/>
            <p:cNvSpPr/>
            <p:nvPr/>
          </p:nvSpPr>
          <p:spPr>
            <a:xfrm>
              <a:off x="0" y="0"/>
              <a:ext cx="4300258" cy="706009"/>
            </a:xfrm>
            <a:prstGeom prst="chevron">
              <a:avLst>
                <a:gd name="adj" fmla="val 50000"/>
              </a:avLst>
            </a:prstGeom>
            <a:solidFill>
              <a:srgbClr val="D4F0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87"/>
            <p:cNvSpPr txBox="1"/>
            <p:nvPr/>
          </p:nvSpPr>
          <p:spPr>
            <a:xfrm>
              <a:off x="353005" y="0"/>
              <a:ext cx="3594249" cy="7060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42650" rIns="42650" bIns="42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>
                  <a:solidFill>
                    <a:srgbClr val="003750"/>
                  </a:solidFill>
                  <a:latin typeface="Calibri"/>
                  <a:ea typeface="Calibri"/>
                  <a:cs typeface="Calibri"/>
                  <a:sym typeface="Calibri"/>
                </a:rPr>
                <a:t>Problem</a:t>
              </a:r>
              <a:endParaRPr sz="3200" b="1" i="0" u="none" strike="noStrike" cap="none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87"/>
            <p:cNvSpPr/>
            <p:nvPr/>
          </p:nvSpPr>
          <p:spPr>
            <a:xfrm>
              <a:off x="3873762" y="0"/>
              <a:ext cx="4300258" cy="706009"/>
            </a:xfrm>
            <a:prstGeom prst="chevron">
              <a:avLst>
                <a:gd name="adj" fmla="val 50000"/>
              </a:avLst>
            </a:prstGeom>
            <a:solidFill>
              <a:srgbClr val="0E9ED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87"/>
            <p:cNvSpPr txBox="1"/>
            <p:nvPr/>
          </p:nvSpPr>
          <p:spPr>
            <a:xfrm>
              <a:off x="4226767" y="0"/>
              <a:ext cx="3594249" cy="7060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42650" rIns="42650" bIns="42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Objectives</a:t>
              </a:r>
              <a:endPara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87"/>
            <p:cNvSpPr/>
            <p:nvPr/>
          </p:nvSpPr>
          <p:spPr>
            <a:xfrm>
              <a:off x="7747525" y="0"/>
              <a:ext cx="4300258" cy="706009"/>
            </a:xfrm>
            <a:prstGeom prst="chevron">
              <a:avLst>
                <a:gd name="adj" fmla="val 50000"/>
              </a:avLst>
            </a:prstGeom>
            <a:solidFill>
              <a:srgbClr val="00375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87"/>
            <p:cNvSpPr txBox="1"/>
            <p:nvPr/>
          </p:nvSpPr>
          <p:spPr>
            <a:xfrm>
              <a:off x="8100530" y="0"/>
              <a:ext cx="3594249" cy="7060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42650" rIns="42650" bIns="42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Goals</a:t>
              </a:r>
              <a:endPara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87"/>
          <p:cNvSpPr txBox="1"/>
          <p:nvPr/>
        </p:nvSpPr>
        <p:spPr>
          <a:xfrm>
            <a:off x="8015288" y="3615524"/>
            <a:ext cx="3868262" cy="254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C43"/>
              </a:buClr>
              <a:buSzPts val="2000"/>
              <a:buFont typeface="Calibri"/>
              <a:buChar char="⮚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Build separate models for the skulls that only have a subset of the features.</a:t>
            </a:r>
            <a:endParaRPr sz="20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7"/>
          <p:cNvSpPr txBox="1"/>
          <p:nvPr/>
        </p:nvSpPr>
        <p:spPr>
          <a:xfrm>
            <a:off x="4235318" y="3615131"/>
            <a:ext cx="3868262" cy="254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C43"/>
              </a:buClr>
              <a:buSzPts val="2000"/>
              <a:buFont typeface="Calibri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classify the 199 unidentified voles into either subterraneus or multiplex voles.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571500" marR="0" lvl="0" indent="-215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C43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002C43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>
          <a:extLst>
            <a:ext uri="{FF2B5EF4-FFF2-40B4-BE49-F238E27FC236}">
              <a16:creationId xmlns:a16="http://schemas.microsoft.com/office/drawing/2014/main" id="{BCBB5D55-E52E-5531-0A5E-66BD7E994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8">
            <a:extLst>
              <a:ext uri="{FF2B5EF4-FFF2-40B4-BE49-F238E27FC236}">
                <a16:creationId xmlns:a16="http://schemas.microsoft.com/office/drawing/2014/main" id="{C14F8490-559D-48B5-1C0A-E191DE37D017}"/>
              </a:ext>
            </a:extLst>
          </p:cNvPr>
          <p:cNvSpPr/>
          <p:nvPr/>
        </p:nvSpPr>
        <p:spPr>
          <a:xfrm>
            <a:off x="1385455" y="0"/>
            <a:ext cx="1080654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88">
            <a:extLst>
              <a:ext uri="{FF2B5EF4-FFF2-40B4-BE49-F238E27FC236}">
                <a16:creationId xmlns:a16="http://schemas.microsoft.com/office/drawing/2014/main" id="{82926015-A785-1531-378B-8E238D1427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-463" b="2712"/>
          <a:stretch/>
        </p:blipFill>
        <p:spPr>
          <a:xfrm rot="10800000">
            <a:off x="7813963" y="2133587"/>
            <a:ext cx="4364182" cy="471737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88">
            <a:extLst>
              <a:ext uri="{FF2B5EF4-FFF2-40B4-BE49-F238E27FC236}">
                <a16:creationId xmlns:a16="http://schemas.microsoft.com/office/drawing/2014/main" id="{BC28F433-3D8D-CACF-1F0B-FB8C20114A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28027" y="216447"/>
            <a:ext cx="51030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4600" b="1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Data Overview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endParaRPr lang="en-US" sz="4600" b="1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endParaRPr sz="4600" b="1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88">
            <a:extLst>
              <a:ext uri="{FF2B5EF4-FFF2-40B4-BE49-F238E27FC236}">
                <a16:creationId xmlns:a16="http://schemas.microsoft.com/office/drawing/2014/main" id="{D354B4A9-CD27-A92A-6390-B4D9692A00C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728030" y="969474"/>
            <a:ext cx="10500600" cy="57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</a:pPr>
            <a:r>
              <a:rPr lang="en-US" sz="1800" b="1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The dataset consists of 288 skull measurements from two species, with 89 specimens classified through chromosomal analysis. The remaining 199 specimens are unclassified.</a:t>
            </a:r>
            <a:br>
              <a:rPr lang="en-US" sz="1800" b="1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1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</a:p>
          <a:p>
            <a:pPr marL="444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</a:pP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3 sheets of data</a:t>
            </a:r>
            <a:endParaRPr sz="1800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Font typeface="Calibri"/>
              <a:buChar char="●"/>
            </a:pP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First sheet (Unknown)</a:t>
            </a:r>
            <a:endParaRPr sz="1800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Font typeface="Calibri"/>
              <a:buChar char="○"/>
            </a:pP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Skipped row between index 20 and 21</a:t>
            </a: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Font typeface="Calibri"/>
              <a:buChar char="○"/>
            </a:pP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Hidden Row 8</a:t>
            </a:r>
            <a:endParaRPr sz="1800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Font typeface="Calibri"/>
              <a:buChar char="●"/>
            </a:pP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Second sheet (</a:t>
            </a:r>
            <a:r>
              <a:rPr lang="en-US" sz="1800" dirty="0" err="1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Subterraneus</a:t>
            </a: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Font typeface="Calibri"/>
              <a:buChar char="○"/>
            </a:pP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Skipped row between index 13 and 15</a:t>
            </a:r>
            <a:endParaRPr sz="1800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Font typeface="Calibri"/>
              <a:buChar char="●"/>
            </a:pP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Third sheet (Multiplex)</a:t>
            </a:r>
            <a:endParaRPr sz="1800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Font typeface="Calibri"/>
              <a:buChar char="○"/>
            </a:pP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Skipped row</a:t>
            </a:r>
            <a:endParaRPr sz="1800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Font typeface="Calibri"/>
              <a:buChar char="○"/>
            </a:pP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Duplicate data between index 30th and 31st row.</a:t>
            </a:r>
          </a:p>
          <a:p>
            <a:pPr marL="55245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None/>
            </a:pPr>
            <a:endParaRPr lang="en-US" sz="1800" b="1" dirty="0">
              <a:solidFill>
                <a:srgbClr val="0037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245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750"/>
              </a:buClr>
              <a:buSzPts val="2100"/>
              <a:buNone/>
            </a:pPr>
            <a:r>
              <a:rPr lang="en-US" sz="1800" b="1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US" sz="1800" dirty="0">
                <a:solidFill>
                  <a:srgbClr val="003750"/>
                </a:solidFill>
                <a:latin typeface="Calibri"/>
                <a:ea typeface="Calibri"/>
                <a:cs typeface="Calibri"/>
                <a:sym typeface="Calibri"/>
              </a:rPr>
              <a:t>Changed Column names and converted to CSV.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3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4919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5E8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9"/>
          <p:cNvSpPr txBox="1">
            <a:spLocks noGrp="1"/>
          </p:cNvSpPr>
          <p:nvPr>
            <p:ph type="body" idx="1"/>
          </p:nvPr>
        </p:nvSpPr>
        <p:spPr>
          <a:xfrm>
            <a:off x="607025" y="283450"/>
            <a:ext cx="1037963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4600" b="1" dirty="0">
                <a:solidFill>
                  <a:schemeClr val="dk1"/>
                </a:solidFill>
              </a:rPr>
              <a:t>Exploratory Data Analysis- Outliers </a:t>
            </a:r>
            <a:endParaRPr sz="4600" b="1" dirty="0">
              <a:solidFill>
                <a:schemeClr val="dk1"/>
              </a:solidFill>
            </a:endParaRPr>
          </a:p>
        </p:txBody>
      </p:sp>
      <p:sp>
        <p:nvSpPr>
          <p:cNvPr id="427" name="Google Shape;427;p89"/>
          <p:cNvSpPr txBox="1">
            <a:spLocks noGrp="1"/>
          </p:cNvSpPr>
          <p:nvPr>
            <p:ph type="body" idx="2"/>
          </p:nvPr>
        </p:nvSpPr>
        <p:spPr>
          <a:xfrm>
            <a:off x="2538137" y="6063144"/>
            <a:ext cx="6267341" cy="47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985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</a:pPr>
            <a:r>
              <a:rPr lang="en-US" sz="2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Figure: With Outliers</a:t>
            </a:r>
            <a:endParaRPr sz="2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89"/>
          <p:cNvSpPr txBox="1"/>
          <p:nvPr/>
        </p:nvSpPr>
        <p:spPr>
          <a:xfrm>
            <a:off x="-25295" y="2713268"/>
            <a:ext cx="1224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942" y="1573622"/>
            <a:ext cx="6887536" cy="42773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5E8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9"/>
          <p:cNvSpPr txBox="1">
            <a:spLocks noGrp="1"/>
          </p:cNvSpPr>
          <p:nvPr>
            <p:ph type="body" idx="1"/>
          </p:nvPr>
        </p:nvSpPr>
        <p:spPr>
          <a:xfrm>
            <a:off x="607025" y="283450"/>
            <a:ext cx="1037963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4600" b="1" dirty="0">
                <a:solidFill>
                  <a:schemeClr val="dk1"/>
                </a:solidFill>
              </a:rPr>
              <a:t>Exploratory Data Analysis- Outliers </a:t>
            </a:r>
            <a:endParaRPr sz="4600" b="1" dirty="0">
              <a:solidFill>
                <a:schemeClr val="dk1"/>
              </a:solidFill>
            </a:endParaRPr>
          </a:p>
        </p:txBody>
      </p:sp>
      <p:sp>
        <p:nvSpPr>
          <p:cNvPr id="427" name="Google Shape;427;p89"/>
          <p:cNvSpPr txBox="1">
            <a:spLocks noGrp="1"/>
          </p:cNvSpPr>
          <p:nvPr>
            <p:ph type="body" idx="2"/>
          </p:nvPr>
        </p:nvSpPr>
        <p:spPr>
          <a:xfrm>
            <a:off x="576805" y="1911610"/>
            <a:ext cx="11038500" cy="387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98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</a:pPr>
            <a:r>
              <a:rPr lang="en-US" sz="25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Outlier Handling</a:t>
            </a:r>
            <a:endParaRPr sz="25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○"/>
            </a:pPr>
            <a:r>
              <a:rPr lang="en-US" sz="2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 were a total of 8 extreme values (Outliers).</a:t>
            </a:r>
            <a:endParaRPr sz="2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○"/>
            </a:pPr>
            <a:r>
              <a:rPr lang="en-US" sz="2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used IQR method and replaced outliers with the median values</a:t>
            </a:r>
            <a:endParaRPr sz="2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 indent="-38735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500"/>
              <a:buFont typeface="Roboto"/>
              <a:buChar char="○"/>
            </a:pPr>
            <a:r>
              <a:rPr lang="en-US" sz="2500" dirty="0">
                <a:solidFill>
                  <a:schemeClr val="tx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Fixed outliers one by one to handle each species correctly.</a:t>
            </a:r>
            <a:endParaRPr sz="2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○"/>
            </a:pPr>
            <a:r>
              <a:rPr lang="en-US" sz="2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Made sure we manage outliers correctly so that they won’t mess up our modeling work. </a:t>
            </a:r>
            <a:endParaRPr sz="2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428" name="Google Shape;428;p89"/>
          <p:cNvSpPr txBox="1"/>
          <p:nvPr/>
        </p:nvSpPr>
        <p:spPr>
          <a:xfrm>
            <a:off x="-25295" y="2713268"/>
            <a:ext cx="1224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661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5E8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90"/>
          <p:cNvSpPr txBox="1">
            <a:spLocks noGrp="1"/>
          </p:cNvSpPr>
          <p:nvPr>
            <p:ph type="body" idx="1"/>
          </p:nvPr>
        </p:nvSpPr>
        <p:spPr>
          <a:xfrm>
            <a:off x="607024" y="283450"/>
            <a:ext cx="10725993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sz="4600" b="1" dirty="0">
                <a:solidFill>
                  <a:schemeClr val="dk1"/>
                </a:solidFill>
              </a:rPr>
              <a:t>Exploratory Data Analysis- Outliers</a:t>
            </a:r>
            <a:endParaRPr sz="4600" b="1" dirty="0">
              <a:solidFill>
                <a:schemeClr val="dk1"/>
              </a:solidFill>
            </a:endParaRPr>
          </a:p>
        </p:txBody>
      </p:sp>
      <p:sp>
        <p:nvSpPr>
          <p:cNvPr id="434" name="Google Shape;434;p90"/>
          <p:cNvSpPr txBox="1">
            <a:spLocks noGrp="1"/>
          </p:cNvSpPr>
          <p:nvPr>
            <p:ph type="body" idx="2"/>
          </p:nvPr>
        </p:nvSpPr>
        <p:spPr>
          <a:xfrm>
            <a:off x="458700" y="1317250"/>
            <a:ext cx="11038500" cy="49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</p:txBody>
      </p:sp>
      <p:sp>
        <p:nvSpPr>
          <p:cNvPr id="2" name="Google Shape;462;p93">
            <a:extLst>
              <a:ext uri="{FF2B5EF4-FFF2-40B4-BE49-F238E27FC236}">
                <a16:creationId xmlns:a16="http://schemas.microsoft.com/office/drawing/2014/main" id="{D1D60352-1FE4-75FA-82E8-21B94B3B5F21}"/>
              </a:ext>
            </a:extLst>
          </p:cNvPr>
          <p:cNvSpPr txBox="1"/>
          <p:nvPr/>
        </p:nvSpPr>
        <p:spPr>
          <a:xfrm>
            <a:off x="1328463" y="5600699"/>
            <a:ext cx="8308800" cy="575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Figure: After Handling Outliers</a:t>
            </a:r>
            <a:endParaRPr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408" y="1317250"/>
            <a:ext cx="6773220" cy="4143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4"/>
          <p:cNvSpPr/>
          <p:nvPr/>
        </p:nvSpPr>
        <p:spPr>
          <a:xfrm>
            <a:off x="1227000" y="-8000"/>
            <a:ext cx="11043300" cy="685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319700" y="234425"/>
            <a:ext cx="108579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4400" b="1">
                <a:solidFill>
                  <a:schemeClr val="dk2"/>
                </a:solidFill>
              </a:rPr>
              <a:t>Model Development and Evaluation</a:t>
            </a:r>
            <a:endParaRPr sz="4400" b="1">
              <a:solidFill>
                <a:schemeClr val="dk2"/>
              </a:solidFill>
            </a:endParaRPr>
          </a:p>
        </p:txBody>
      </p:sp>
      <p:sp>
        <p:nvSpPr>
          <p:cNvPr id="471" name="Google Shape;471;p94"/>
          <p:cNvSpPr txBox="1">
            <a:spLocks noGrp="1"/>
          </p:cNvSpPr>
          <p:nvPr>
            <p:ph type="body" idx="2"/>
          </p:nvPr>
        </p:nvSpPr>
        <p:spPr>
          <a:xfrm>
            <a:off x="1319700" y="1222925"/>
            <a:ext cx="9792300" cy="53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Consolidated the labeled datasets for subterraneus and multiplex voles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Employed Ten-fold cross-validation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final training and validation accuracies were obtained by taking the mean of the accuracies across the Ten iterations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seven models, each representing a distinct combination of the three features (Length, Width, and Height)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95"/>
          <p:cNvSpPr/>
          <p:nvPr/>
        </p:nvSpPr>
        <p:spPr>
          <a:xfrm>
            <a:off x="1227000" y="-8000"/>
            <a:ext cx="11043300" cy="685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95"/>
          <p:cNvSpPr txBox="1">
            <a:spLocks noGrp="1"/>
          </p:cNvSpPr>
          <p:nvPr>
            <p:ph type="body" idx="1"/>
          </p:nvPr>
        </p:nvSpPr>
        <p:spPr>
          <a:xfrm>
            <a:off x="1319700" y="234425"/>
            <a:ext cx="108579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4400" b="1" dirty="0">
                <a:solidFill>
                  <a:schemeClr val="dk2"/>
                </a:solidFill>
              </a:rPr>
              <a:t>Model Development and Evaluation</a:t>
            </a:r>
            <a:endParaRPr sz="4400" b="1" dirty="0">
              <a:solidFill>
                <a:schemeClr val="dk2"/>
              </a:solidFill>
            </a:endParaRPr>
          </a:p>
        </p:txBody>
      </p:sp>
      <p:sp>
        <p:nvSpPr>
          <p:cNvPr id="479" name="Google Shape;479;p95"/>
          <p:cNvSpPr txBox="1"/>
          <p:nvPr/>
        </p:nvSpPr>
        <p:spPr>
          <a:xfrm>
            <a:off x="1555730" y="1032425"/>
            <a:ext cx="51729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Training Results</a:t>
            </a:r>
            <a:endParaRPr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700" y="1806097"/>
            <a:ext cx="10332357" cy="38058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6"/>
          <p:cNvSpPr txBox="1">
            <a:spLocks noGrp="1"/>
          </p:cNvSpPr>
          <p:nvPr>
            <p:ph type="body" idx="1"/>
          </p:nvPr>
        </p:nvSpPr>
        <p:spPr>
          <a:xfrm>
            <a:off x="1654000" y="293850"/>
            <a:ext cx="99912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4600"/>
              <a:t>Predictions</a:t>
            </a:r>
            <a:endParaRPr sz="4600"/>
          </a:p>
        </p:txBody>
      </p:sp>
      <p:sp>
        <p:nvSpPr>
          <p:cNvPr id="2" name="TextBox 1"/>
          <p:cNvSpPr txBox="1"/>
          <p:nvPr/>
        </p:nvSpPr>
        <p:spPr>
          <a:xfrm>
            <a:off x="1066800" y="2175163"/>
            <a:ext cx="100583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We used our models to classify the unknown data.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500" dirty="0">
              <a:solidFill>
                <a:schemeClr val="bg1"/>
              </a:solidFill>
              <a:latin typeface="Roboto" panose="020B0604020202020204" charset="0"/>
              <a:ea typeface="Roboto" panose="020B060402020202020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For records with missing fields, we used the corresponding model.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500" dirty="0">
              <a:solidFill>
                <a:schemeClr val="bg1"/>
              </a:solidFill>
              <a:latin typeface="Roboto" panose="020B0604020202020204" charset="0"/>
              <a:ea typeface="Roboto" panose="020B060402020202020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We also classified all the unknown skulls according to the corresponding model.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Prioritizing the HEIGHT AND WIDTH model classified we got</a:t>
            </a:r>
          </a:p>
          <a:p>
            <a:r>
              <a:rPr lang="en-US" sz="25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    83 as </a:t>
            </a:r>
            <a:r>
              <a:rPr lang="en-US" sz="2500" dirty="0" err="1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subterraneus</a:t>
            </a:r>
            <a:r>
              <a:rPr lang="en-US" sz="25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 and116 as multiplex.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97"/>
          <p:cNvSpPr txBox="1">
            <a:spLocks noGrp="1"/>
          </p:cNvSpPr>
          <p:nvPr>
            <p:ph type="body" idx="1"/>
          </p:nvPr>
        </p:nvSpPr>
        <p:spPr>
          <a:xfrm>
            <a:off x="3292875" y="2420075"/>
            <a:ext cx="6079800" cy="18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7200"/>
              <a:t>Thank You!!!.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356</Words>
  <Application>Microsoft Office PowerPoint</Application>
  <PresentationFormat>Widescreen</PresentationFormat>
  <Paragraphs>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Play</vt:lpstr>
      <vt:lpstr>Calibri</vt:lpstr>
      <vt:lpstr>Noto Sans Symbols</vt:lpstr>
      <vt:lpstr>Arial</vt:lpstr>
      <vt:lpstr>Roboto</vt:lpstr>
      <vt:lpstr>Courier New</vt:lpstr>
      <vt:lpstr>Office Theme</vt:lpstr>
      <vt:lpstr>Office Theme</vt:lpstr>
      <vt:lpstr>Office Theme</vt:lpstr>
      <vt:lpstr> PROJECT 3 CLASSIFICATION OF VOLE SKULLS WITH GLM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PROJECT 2 CLASSIFICATION OF VOLE SKULLS WITH GLM</dc:title>
  <dc:creator>Kevin Osei-Onomah</dc:creator>
  <cp:lastModifiedBy>Vodnala, Sai Ram - DSU Student</cp:lastModifiedBy>
  <cp:revision>10</cp:revision>
  <dcterms:modified xsi:type="dcterms:W3CDTF">2024-12-02T14:16:18Z</dcterms:modified>
</cp:coreProperties>
</file>