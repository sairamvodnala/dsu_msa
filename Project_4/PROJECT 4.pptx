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3.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8" r:id="rId1"/>
    <p:sldMasterId id="2147483729" r:id="rId2"/>
    <p:sldMasterId id="2147483730" r:id="rId3"/>
    <p:sldMasterId id="2147483731" r:id="rId4"/>
  </p:sldMasterIdLst>
  <p:notesMasterIdLst>
    <p:notesMasterId r:id="rId45"/>
  </p:notesMasterIdLst>
  <p:sldIdLst>
    <p:sldId id="256" r:id="rId5"/>
    <p:sldId id="257" r:id="rId6"/>
    <p:sldId id="258" r:id="rId7"/>
    <p:sldId id="259" r:id="rId8"/>
    <p:sldId id="260" r:id="rId9"/>
    <p:sldId id="262" r:id="rId10"/>
    <p:sldId id="264" r:id="rId11"/>
    <p:sldId id="298"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Lst>
  <p:sldSz cx="12192000" cy="6858000"/>
  <p:notesSz cx="6858000" cy="9144000"/>
  <p:embeddedFontLst>
    <p:embeddedFont>
      <p:font typeface="Play" panose="020B0604020202020204" charset="0"/>
      <p:regular r:id="rId46"/>
      <p:bold r:id="rId47"/>
    </p:embeddedFont>
    <p:embeddedFont>
      <p:font typeface="Roboto" panose="02000000000000000000" pitchFamily="2" charset="0"/>
      <p:regular r:id="rId48"/>
      <p:bold r:id="rId49"/>
      <p:italic r:id="rId50"/>
      <p:boldItalic r:id="rId51"/>
    </p:embeddedFont>
    <p:embeddedFont>
      <p:font typeface="Roboto Black" panose="02000000000000000000" pitchFamily="2" charset="0"/>
      <p:bold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1C24661-C6C5-4E7F-A3B1-710D5E6E2BC4}">
  <a:tblStyle styleId="{F1C24661-C6C5-4E7F-A3B1-710D5E6E2BC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3" Type="http://schemas.openxmlformats.org/officeDocument/2006/relationships/font" Target="fonts/font8.fntdata"/><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font" Target="fonts/font3.fntdata"/><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font" Target="fonts/font6.fntdata"/><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1.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4.fntdata"/><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1" name="Google Shape;371;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26bab0d8bbf_8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8" name="Google Shape;378;g26bab0d8bbf_8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26ba7cd7ee9_4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0" name="Google Shape;400;g26ba7cd7ee9_4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26bab0d8bbf_10_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5" name="Google Shape;415;g26bab0d8bbf_1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31fdcd23a28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3" name="Google Shape;423;g31fdcd23a28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31fdcd23a28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1" name="Google Shape;441;g31fdcd23a28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g31fdcd23a28_0_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9" name="Google Shape;459;g31fdcd23a28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a:extLst>
            <a:ext uri="{FF2B5EF4-FFF2-40B4-BE49-F238E27FC236}">
              <a16:creationId xmlns:a16="http://schemas.microsoft.com/office/drawing/2014/main" id="{1077377B-7CE9-38E3-9675-7BAE3DBB1B51}"/>
            </a:ext>
          </a:extLst>
        </p:cNvPr>
        <p:cNvGrpSpPr/>
        <p:nvPr/>
      </p:nvGrpSpPr>
      <p:grpSpPr>
        <a:xfrm>
          <a:off x="0" y="0"/>
          <a:ext cx="0" cy="0"/>
          <a:chOff x="0" y="0"/>
          <a:chExt cx="0" cy="0"/>
        </a:xfrm>
      </p:grpSpPr>
      <p:sp>
        <p:nvSpPr>
          <p:cNvPr id="458" name="Google Shape;458;g31fdcd23a28_0_41:notes">
            <a:extLst>
              <a:ext uri="{FF2B5EF4-FFF2-40B4-BE49-F238E27FC236}">
                <a16:creationId xmlns:a16="http://schemas.microsoft.com/office/drawing/2014/main" id="{45D64A5B-D929-3204-1562-D89907A9A08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9" name="Google Shape;459;g31fdcd23a28_0_41:notes">
            <a:extLst>
              <a:ext uri="{FF2B5EF4-FFF2-40B4-BE49-F238E27FC236}">
                <a16:creationId xmlns:a16="http://schemas.microsoft.com/office/drawing/2014/main" id="{CAAAD33A-BD20-2F14-3D9C-F9A16C4E57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218713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31fdcd23a28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7" name="Google Shape;477;g31fdcd23a28_0_9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31fdcd23a28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6" name="Google Shape;486;g31fdcd23a28_0_7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31fdcd23a28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5" name="Google Shape;495;g31fdcd23a28_0_6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31fdcd23a28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4" name="Google Shape;504;g31fdcd23a28_0_10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31ff8e75937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3" name="Google Shape;513;g31ff8e75937_0_1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31ff8e75937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0" name="Google Shape;520;g31ff8e75937_0_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g31ff8e75937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9" name="Google Shape;529;g31ff8e75937_0_2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8" name="Google Shape;538;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31ff8e75937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5" name="Google Shape;545;g31ff8e75937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g31ff8e75937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3" name="Google Shape;553;g31ff8e75937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g31ff8e75937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0" name="Google Shape;560;g31ff8e75937_0_3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g31ff8e75937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7" name="Google Shape;567;g31ff8e75937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31ff8e75937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4" name="Google Shape;574;g31ff8e75937_0_8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g31ff8e75937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1" name="Google Shape;581;g31ff8e75937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g31ff8e75937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8" name="Google Shape;588;g31ff8e75937_0_10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g31ff8e75937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5" name="Google Shape;595;g31ff8e75937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31ff8e75937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2" name="Google Shape;602;g31ff8e75937_0_16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g31ff8e75937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9" name="Google Shape;609;g31ff8e75937_0_17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31ff8e75937_0_3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6" name="Google Shape;616;g31ff8e75937_0_32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g31ff8e75937_0_3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3" name="Google Shape;623;g31ff8e75937_0_33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g31ff8e75937_0_3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0" name="Google Shape;630;g31ff8e75937_0_35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31ff8e75937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7" name="Google Shape;637;g31ff8e75937_0_11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3" name="Google Shape;643;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31ff8e75937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9" name="Google Shape;649;g31ff8e75937_0_11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g31ff8e75937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5" name="Google Shape;655;g31ff8e75937_0_12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g31ff8e75937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1" name="Google Shape;661;g31ff8e75937_0_12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g31ff8e75937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7" name="Google Shape;667;g31ff8e75937_0_13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31ff8e75937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3" name="Google Shape;673;g31ff8e75937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314e600917e_0_5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1" name="Google Shape;681;g314e600917e_0_57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31ff8e75937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7" name="Google Shape;687;g31ff8e75937_0_15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g31503b62b14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3" name="Google Shape;693;g31503b62b14_2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9" name="Google Shape;699;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jp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jpg"/><Relationship Id="rId1" Type="http://schemas.openxmlformats.org/officeDocument/2006/relationships/slideMaster" Target="../slideMasters/slideMaster2.xml"/><Relationship Id="rId4" Type="http://schemas.openxmlformats.org/officeDocument/2006/relationships/image" Target="../media/image20.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jp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jpg"/><Relationship Id="rId1" Type="http://schemas.openxmlformats.org/officeDocument/2006/relationships/slideMaster" Target="../slideMasters/slideMaster3.xml"/><Relationship Id="rId4" Type="http://schemas.openxmlformats.org/officeDocument/2006/relationships/image" Target="../media/image20.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jp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jp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jp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jp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jp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jpg"/><Relationship Id="rId1" Type="http://schemas.openxmlformats.org/officeDocument/2006/relationships/slideMaster" Target="../slideMasters/slideMaster4.xml"/><Relationship Id="rId4" Type="http://schemas.openxmlformats.org/officeDocument/2006/relationships/image" Target="../media/image20.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jp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DkBlue">
  <p:cSld name="Title Slide-DkBlu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524000" y="2828545"/>
            <a:ext cx="9144000" cy="1010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lt1"/>
              </a:buClr>
              <a:buSzPts val="5400"/>
              <a:buFont typeface="Arial"/>
              <a:buNone/>
              <a:defRPr sz="5400" b="0" i="0">
                <a:solidFill>
                  <a:schemeClr val="lt1"/>
                </a:solidFill>
                <a:latin typeface="Arial"/>
                <a:ea typeface="Arial"/>
                <a:cs typeface="Arial"/>
                <a:sym typeface="Aria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 name="Google Shape;10;p2"/>
          <p:cNvSpPr txBox="1">
            <a:spLocks noGrp="1"/>
          </p:cNvSpPr>
          <p:nvPr>
            <p:ph type="subTitle" idx="1"/>
          </p:nvPr>
        </p:nvSpPr>
        <p:spPr>
          <a:xfrm>
            <a:off x="1524000" y="3690652"/>
            <a:ext cx="9144000" cy="433500"/>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rgbClr val="00A9DB"/>
              </a:buClr>
              <a:buSzPts val="2800"/>
              <a:buFont typeface="Arial"/>
              <a:buNone/>
              <a:defRPr sz="2800" b="0" i="0" u="none" strike="noStrike" cap="none">
                <a:solidFill>
                  <a:srgbClr val="00A9DB"/>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1" name="Google Shape;11;p2"/>
          <p:cNvSpPr txBox="1">
            <a:spLocks noGrp="1"/>
          </p:cNvSpPr>
          <p:nvPr>
            <p:ph type="body" idx="2"/>
          </p:nvPr>
        </p:nvSpPr>
        <p:spPr>
          <a:xfrm>
            <a:off x="4144963" y="6302564"/>
            <a:ext cx="3902100" cy="34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A8A7AB"/>
              </a:buClr>
              <a:buSzPts val="2000"/>
              <a:buFont typeface="Arial"/>
              <a:buNone/>
              <a:defRPr sz="2000" b="0" i="0" u="none" strike="noStrike" cap="none">
                <a:solidFill>
                  <a:srgbClr val="A8A7AB"/>
                </a:solidFill>
                <a:latin typeface="Play"/>
                <a:ea typeface="Play"/>
                <a:cs typeface="Play"/>
                <a:sym typeface="Play"/>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_LtBlue">
  <p:cSld name="Title Slide_LtBlue">
    <p:bg>
      <p:bgPr>
        <a:blipFill>
          <a:blip r:embed="rId2">
            <a:alphaModFix/>
          </a:blip>
          <a:stretch>
            <a:fillRect/>
          </a:stretch>
        </a:blipFill>
        <a:effectLst/>
      </p:bgPr>
    </p:bg>
    <p:spTree>
      <p:nvGrpSpPr>
        <p:cNvPr id="1" name="Shape 12"/>
        <p:cNvGrpSpPr/>
        <p:nvPr/>
      </p:nvGrpSpPr>
      <p:grpSpPr>
        <a:xfrm>
          <a:off x="0" y="0"/>
          <a:ext cx="0" cy="0"/>
          <a:chOff x="0" y="0"/>
          <a:chExt cx="0" cy="0"/>
        </a:xfrm>
      </p:grpSpPr>
      <p:sp>
        <p:nvSpPr>
          <p:cNvPr id="13" name="Google Shape;13;p3"/>
          <p:cNvSpPr txBox="1">
            <a:spLocks noGrp="1"/>
          </p:cNvSpPr>
          <p:nvPr>
            <p:ph type="ctrTitle"/>
          </p:nvPr>
        </p:nvSpPr>
        <p:spPr>
          <a:xfrm>
            <a:off x="438912" y="2828545"/>
            <a:ext cx="9144000" cy="1010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lt1"/>
              </a:buClr>
              <a:buSzPts val="5400"/>
              <a:buFont typeface="Arial"/>
              <a:buNone/>
              <a:defRPr sz="5400" b="0" i="0">
                <a:solidFill>
                  <a:schemeClr val="lt1"/>
                </a:solidFill>
                <a:latin typeface="Arial"/>
                <a:ea typeface="Arial"/>
                <a:cs typeface="Arial"/>
                <a:sym typeface="Aria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4" name="Google Shape;14;p3"/>
          <p:cNvSpPr txBox="1">
            <a:spLocks noGrp="1"/>
          </p:cNvSpPr>
          <p:nvPr>
            <p:ph type="subTitle" idx="1"/>
          </p:nvPr>
        </p:nvSpPr>
        <p:spPr>
          <a:xfrm>
            <a:off x="438912" y="3690652"/>
            <a:ext cx="9144000" cy="4335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rgbClr val="003750"/>
              </a:buClr>
              <a:buSzPts val="2800"/>
              <a:buFont typeface="Arial"/>
              <a:buNone/>
              <a:defRPr sz="2800" b="0" i="0" u="none" strike="noStrike" cap="none">
                <a:solidFill>
                  <a:srgbClr val="003750"/>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5" name="Google Shape;15;p3"/>
          <p:cNvSpPr txBox="1">
            <a:spLocks noGrp="1"/>
          </p:cNvSpPr>
          <p:nvPr>
            <p:ph type="body" idx="2"/>
          </p:nvPr>
        </p:nvSpPr>
        <p:spPr>
          <a:xfrm>
            <a:off x="438913" y="6302564"/>
            <a:ext cx="3902100" cy="348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000"/>
              <a:buFont typeface="Arial"/>
              <a:buNone/>
              <a:defRPr sz="2000" b="0" i="0" u="none" strike="noStrike" cap="none">
                <a:solidFill>
                  <a:schemeClr val="dk1"/>
                </a:solidFill>
                <a:latin typeface="Play"/>
                <a:ea typeface="Play"/>
                <a:cs typeface="Play"/>
                <a:sym typeface="Play"/>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_WHT">
  <p:cSld name="Title Slide_WHT">
    <p:bg>
      <p:bgPr>
        <a:blipFill>
          <a:blip r:embed="rId2">
            <a:alphaModFix/>
          </a:blip>
          <a:stretch>
            <a:fillRect/>
          </a:stretch>
        </a:blipFill>
        <a:effectLst/>
      </p:bgPr>
    </p:bg>
    <p:spTree>
      <p:nvGrpSpPr>
        <p:cNvPr id="1" name="Shape 16"/>
        <p:cNvGrpSpPr/>
        <p:nvPr/>
      </p:nvGrpSpPr>
      <p:grpSpPr>
        <a:xfrm>
          <a:off x="0" y="0"/>
          <a:ext cx="0" cy="0"/>
          <a:chOff x="0" y="0"/>
          <a:chExt cx="0" cy="0"/>
        </a:xfrm>
      </p:grpSpPr>
      <p:sp>
        <p:nvSpPr>
          <p:cNvPr id="17" name="Google Shape;17;p4"/>
          <p:cNvSpPr txBox="1">
            <a:spLocks noGrp="1"/>
          </p:cNvSpPr>
          <p:nvPr>
            <p:ph type="ctrTitle"/>
          </p:nvPr>
        </p:nvSpPr>
        <p:spPr>
          <a:xfrm>
            <a:off x="2762725" y="2828545"/>
            <a:ext cx="9144000" cy="1010700"/>
          </a:xfrm>
          <a:prstGeom prst="rect">
            <a:avLst/>
          </a:prstGeom>
          <a:noFill/>
          <a:ln>
            <a:noFill/>
          </a:ln>
        </p:spPr>
        <p:txBody>
          <a:bodyPr spcFirstLastPara="1" wrap="square" lIns="91425" tIns="45700" rIns="91425" bIns="45700" anchor="b" anchorCtr="0">
            <a:normAutofit/>
          </a:bodyPr>
          <a:lstStyle>
            <a:lvl1pPr lvl="0" algn="r" rtl="0">
              <a:lnSpc>
                <a:spcPct val="90000"/>
              </a:lnSpc>
              <a:spcBef>
                <a:spcPts val="0"/>
              </a:spcBef>
              <a:spcAft>
                <a:spcPts val="0"/>
              </a:spcAft>
              <a:buClr>
                <a:srgbClr val="003750"/>
              </a:buClr>
              <a:buSzPts val="5400"/>
              <a:buFont typeface="Arial"/>
              <a:buNone/>
              <a:defRPr sz="5400" b="0" i="0">
                <a:solidFill>
                  <a:srgbClr val="003750"/>
                </a:solidFill>
                <a:latin typeface="Arial"/>
                <a:ea typeface="Arial"/>
                <a:cs typeface="Arial"/>
                <a:sym typeface="Aria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8" name="Google Shape;18;p4"/>
          <p:cNvSpPr txBox="1">
            <a:spLocks noGrp="1"/>
          </p:cNvSpPr>
          <p:nvPr>
            <p:ph type="subTitle" idx="1"/>
          </p:nvPr>
        </p:nvSpPr>
        <p:spPr>
          <a:xfrm>
            <a:off x="2762725" y="3690652"/>
            <a:ext cx="9144000" cy="433500"/>
          </a:xfrm>
          <a:prstGeom prst="rect">
            <a:avLst/>
          </a:prstGeom>
          <a:noFill/>
          <a:ln>
            <a:noFill/>
          </a:ln>
        </p:spPr>
        <p:txBody>
          <a:bodyPr spcFirstLastPara="1" wrap="square" lIns="91425" tIns="45700" rIns="91425" bIns="45700" anchor="t" anchorCtr="0">
            <a:noAutofit/>
          </a:bodyPr>
          <a:lstStyle>
            <a:lvl1pPr marR="0" lvl="0" algn="r" rtl="0">
              <a:lnSpc>
                <a:spcPct val="90000"/>
              </a:lnSpc>
              <a:spcBef>
                <a:spcPts val="1000"/>
              </a:spcBef>
              <a:spcAft>
                <a:spcPts val="0"/>
              </a:spcAft>
              <a:buClr>
                <a:srgbClr val="00A9DB"/>
              </a:buClr>
              <a:buSzPts val="2800"/>
              <a:buFont typeface="Arial"/>
              <a:buNone/>
              <a:defRPr sz="2800" b="0" i="0" u="none" strike="noStrike" cap="none">
                <a:solidFill>
                  <a:srgbClr val="00A9DB"/>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9" name="Google Shape;19;p4"/>
          <p:cNvSpPr txBox="1">
            <a:spLocks noGrp="1"/>
          </p:cNvSpPr>
          <p:nvPr>
            <p:ph type="body" idx="2"/>
          </p:nvPr>
        </p:nvSpPr>
        <p:spPr>
          <a:xfrm>
            <a:off x="8004651" y="6302564"/>
            <a:ext cx="3902100" cy="3483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rgbClr val="A8A7AB"/>
              </a:buClr>
              <a:buSzPts val="2000"/>
              <a:buFont typeface="Arial"/>
              <a:buNone/>
              <a:defRPr sz="2000" b="0" i="0" u="none" strike="noStrike" cap="none">
                <a:solidFill>
                  <a:srgbClr val="A8A7AB"/>
                </a:solidFill>
                <a:latin typeface="Play"/>
                <a:ea typeface="Play"/>
                <a:cs typeface="Play"/>
                <a:sym typeface="Play"/>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InfoSlideWithPic_DkBlue">
  <p:cSld name="InfoSlideWithPic_DkBlue">
    <p:bg>
      <p:bgPr>
        <a:blipFill>
          <a:blip r:embed="rId2">
            <a:alphaModFix/>
          </a:blip>
          <a:stretch>
            <a:fillRect/>
          </a:stretch>
        </a:blipFill>
        <a:effectLst/>
      </p:bgPr>
    </p:bg>
    <p:spTree>
      <p:nvGrpSpPr>
        <p:cNvPr id="1" name="Shape 20"/>
        <p:cNvGrpSpPr/>
        <p:nvPr/>
      </p:nvGrpSpPr>
      <p:grpSpPr>
        <a:xfrm>
          <a:off x="0" y="0"/>
          <a:ext cx="0" cy="0"/>
          <a:chOff x="0" y="0"/>
          <a:chExt cx="0" cy="0"/>
        </a:xfrm>
      </p:grpSpPr>
      <p:pic>
        <p:nvPicPr>
          <p:cNvPr id="21" name="Google Shape;21;p5"/>
          <p:cNvPicPr preferRelativeResize="0"/>
          <p:nvPr/>
        </p:nvPicPr>
        <p:blipFill rotWithShape="1">
          <a:blip r:embed="rId3">
            <a:alphaModFix/>
          </a:blip>
          <a:srcRect/>
          <a:stretch/>
        </p:blipFill>
        <p:spPr>
          <a:xfrm rot="10800000" flipH="1">
            <a:off x="3316941" y="6925"/>
            <a:ext cx="8875057" cy="6858001"/>
          </a:xfrm>
          <a:prstGeom prst="rect">
            <a:avLst/>
          </a:prstGeom>
          <a:noFill/>
          <a:ln>
            <a:noFill/>
          </a:ln>
        </p:spPr>
      </p:pic>
      <p:sp>
        <p:nvSpPr>
          <p:cNvPr id="22" name="Google Shape;22;p5"/>
          <p:cNvSpPr>
            <a:spLocks noGrp="1"/>
          </p:cNvSpPr>
          <p:nvPr>
            <p:ph type="pic" idx="2"/>
          </p:nvPr>
        </p:nvSpPr>
        <p:spPr>
          <a:xfrm>
            <a:off x="6102725" y="4"/>
            <a:ext cx="6098400" cy="6864900"/>
          </a:xfrm>
          <a:prstGeom prst="rect">
            <a:avLst/>
          </a:prstGeom>
          <a:solidFill>
            <a:srgbClr val="D8D8D8"/>
          </a:solidFill>
          <a:ln>
            <a:noFill/>
          </a:ln>
        </p:spPr>
      </p:sp>
      <p:sp>
        <p:nvSpPr>
          <p:cNvPr id="23" name="Google Shape;23;p5"/>
          <p:cNvSpPr txBox="1">
            <a:spLocks noGrp="1"/>
          </p:cNvSpPr>
          <p:nvPr>
            <p:ph type="body" idx="1"/>
          </p:nvPr>
        </p:nvSpPr>
        <p:spPr>
          <a:xfrm>
            <a:off x="660817" y="1964338"/>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5"/>
          <p:cNvSpPr txBox="1">
            <a:spLocks noGrp="1"/>
          </p:cNvSpPr>
          <p:nvPr>
            <p:ph type="body" idx="3"/>
          </p:nvPr>
        </p:nvSpPr>
        <p:spPr>
          <a:xfrm>
            <a:off x="660400" y="280987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foSlideWithPics_LtBlue">
  <p:cSld name="InfoSlideWithPics_LtBlue">
    <p:bg>
      <p:bgPr>
        <a:blipFill>
          <a:blip r:embed="rId2">
            <a:alphaModFix/>
          </a:blip>
          <a:stretch>
            <a:fillRect/>
          </a:stretch>
        </a:blipFill>
        <a:effectLst/>
      </p:bgPr>
    </p:bg>
    <p:spTree>
      <p:nvGrpSpPr>
        <p:cNvPr id="1" name="Shape 25"/>
        <p:cNvGrpSpPr/>
        <p:nvPr/>
      </p:nvGrpSpPr>
      <p:grpSpPr>
        <a:xfrm>
          <a:off x="0" y="0"/>
          <a:ext cx="0" cy="0"/>
          <a:chOff x="0" y="0"/>
          <a:chExt cx="0" cy="0"/>
        </a:xfrm>
      </p:grpSpPr>
      <p:pic>
        <p:nvPicPr>
          <p:cNvPr id="26" name="Google Shape;26;p6"/>
          <p:cNvPicPr preferRelativeResize="0"/>
          <p:nvPr/>
        </p:nvPicPr>
        <p:blipFill rotWithShape="1">
          <a:blip r:embed="rId3">
            <a:alphaModFix/>
          </a:blip>
          <a:srcRect/>
          <a:stretch/>
        </p:blipFill>
        <p:spPr>
          <a:xfrm flipH="1">
            <a:off x="925609" y="0"/>
            <a:ext cx="8875057" cy="6858001"/>
          </a:xfrm>
          <a:prstGeom prst="rect">
            <a:avLst/>
          </a:prstGeom>
          <a:noFill/>
          <a:ln>
            <a:noFill/>
          </a:ln>
        </p:spPr>
      </p:pic>
      <p:sp>
        <p:nvSpPr>
          <p:cNvPr id="27" name="Google Shape;27;p6"/>
          <p:cNvSpPr txBox="1">
            <a:spLocks noGrp="1"/>
          </p:cNvSpPr>
          <p:nvPr>
            <p:ph type="body" idx="1"/>
          </p:nvPr>
        </p:nvSpPr>
        <p:spPr>
          <a:xfrm>
            <a:off x="660817" y="1964338"/>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8" name="Google Shape;28;p6"/>
          <p:cNvSpPr txBox="1">
            <a:spLocks noGrp="1"/>
          </p:cNvSpPr>
          <p:nvPr>
            <p:ph type="body" idx="2"/>
          </p:nvPr>
        </p:nvSpPr>
        <p:spPr>
          <a:xfrm>
            <a:off x="660400" y="280987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9" name="Google Shape;29;p6"/>
          <p:cNvSpPr>
            <a:spLocks noGrp="1"/>
          </p:cNvSpPr>
          <p:nvPr>
            <p:ph type="pic" idx="3"/>
          </p:nvPr>
        </p:nvSpPr>
        <p:spPr>
          <a:xfrm>
            <a:off x="7562850" y="2"/>
            <a:ext cx="4629300" cy="3429000"/>
          </a:xfrm>
          <a:prstGeom prst="rect">
            <a:avLst/>
          </a:prstGeom>
          <a:solidFill>
            <a:srgbClr val="D8D8D8"/>
          </a:solidFill>
          <a:ln>
            <a:noFill/>
          </a:ln>
        </p:spPr>
      </p:sp>
      <p:sp>
        <p:nvSpPr>
          <p:cNvPr id="30" name="Google Shape;30;p6"/>
          <p:cNvSpPr>
            <a:spLocks noGrp="1"/>
          </p:cNvSpPr>
          <p:nvPr>
            <p:ph type="pic" idx="4"/>
          </p:nvPr>
        </p:nvSpPr>
        <p:spPr>
          <a:xfrm>
            <a:off x="7562850" y="3429003"/>
            <a:ext cx="4629300" cy="3429000"/>
          </a:xfrm>
          <a:prstGeom prst="rect">
            <a:avLst/>
          </a:prstGeom>
          <a:solidFill>
            <a:srgbClr val="D8D8D8"/>
          </a:solid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InfoSlideWithPic_WHT">
  <p:cSld name="InfoSlideWithPic_WHT">
    <p:bg>
      <p:bgPr>
        <a:blipFill>
          <a:blip r:embed="rId2">
            <a:alphaModFix/>
          </a:blip>
          <a:stretch>
            <a:fillRect/>
          </a:stretch>
        </a:blipFill>
        <a:effectLst/>
      </p:bgPr>
    </p:bg>
    <p:spTree>
      <p:nvGrpSpPr>
        <p:cNvPr id="1" name="Shape 31"/>
        <p:cNvGrpSpPr/>
        <p:nvPr/>
      </p:nvGrpSpPr>
      <p:grpSpPr>
        <a:xfrm>
          <a:off x="0" y="0"/>
          <a:ext cx="0" cy="0"/>
          <a:chOff x="0" y="0"/>
          <a:chExt cx="0" cy="0"/>
        </a:xfrm>
      </p:grpSpPr>
      <p:pic>
        <p:nvPicPr>
          <p:cNvPr id="32" name="Google Shape;32;p7"/>
          <p:cNvPicPr preferRelativeResize="0"/>
          <p:nvPr/>
        </p:nvPicPr>
        <p:blipFill rotWithShape="1">
          <a:blip r:embed="rId3">
            <a:alphaModFix/>
          </a:blip>
          <a:srcRect/>
          <a:stretch/>
        </p:blipFill>
        <p:spPr>
          <a:xfrm>
            <a:off x="491427" y="-5681"/>
            <a:ext cx="8889764" cy="6869364"/>
          </a:xfrm>
          <a:prstGeom prst="rect">
            <a:avLst/>
          </a:prstGeom>
          <a:noFill/>
          <a:ln>
            <a:noFill/>
          </a:ln>
        </p:spPr>
      </p:pic>
      <p:sp>
        <p:nvSpPr>
          <p:cNvPr id="33" name="Google Shape;33;p7"/>
          <p:cNvSpPr txBox="1">
            <a:spLocks noGrp="1"/>
          </p:cNvSpPr>
          <p:nvPr>
            <p:ph type="body" idx="1"/>
          </p:nvPr>
        </p:nvSpPr>
        <p:spPr>
          <a:xfrm>
            <a:off x="5985170" y="1628670"/>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3750"/>
              </a:buClr>
              <a:buSzPts val="4000"/>
              <a:buFont typeface="Arial"/>
              <a:buNone/>
              <a:defRPr sz="4000" b="0" i="0"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4" name="Google Shape;34;p7"/>
          <p:cNvSpPr txBox="1">
            <a:spLocks noGrp="1"/>
          </p:cNvSpPr>
          <p:nvPr>
            <p:ph type="body" idx="2"/>
          </p:nvPr>
        </p:nvSpPr>
        <p:spPr>
          <a:xfrm>
            <a:off x="5984260" y="243215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A8A7AB"/>
              </a:buClr>
              <a:buSzPts val="1600"/>
              <a:buFont typeface="Arial"/>
              <a:buNone/>
              <a:defRPr sz="1600" b="0" i="0" u="none" strike="noStrike" cap="none">
                <a:solidFill>
                  <a:srgbClr val="A8A7AB"/>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5" name="Google Shape;35;p7"/>
          <p:cNvSpPr>
            <a:spLocks noGrp="1"/>
          </p:cNvSpPr>
          <p:nvPr>
            <p:ph type="pic" idx="3"/>
          </p:nvPr>
        </p:nvSpPr>
        <p:spPr>
          <a:xfrm>
            <a:off x="-4811" y="362100"/>
            <a:ext cx="3893100" cy="6124800"/>
          </a:xfrm>
          <a:prstGeom prst="rect">
            <a:avLst/>
          </a:prstGeom>
          <a:solidFill>
            <a:srgbClr val="D8D8D8"/>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nfoSlide_DkBlue">
  <p:cSld name="InfoSlide_DkBlue">
    <p:bg>
      <p:bgPr>
        <a:blipFill>
          <a:blip r:embed="rId2">
            <a:alphaModFix/>
          </a:blip>
          <a:stretch>
            <a:fillRect/>
          </a:stretch>
        </a:blipFill>
        <a:effectLst/>
      </p:bgPr>
    </p:bg>
    <p:spTree>
      <p:nvGrpSpPr>
        <p:cNvPr id="1" name="Shape 36"/>
        <p:cNvGrpSpPr/>
        <p:nvPr/>
      </p:nvGrpSpPr>
      <p:grpSpPr>
        <a:xfrm>
          <a:off x="0" y="0"/>
          <a:ext cx="0" cy="0"/>
          <a:chOff x="0" y="0"/>
          <a:chExt cx="0" cy="0"/>
        </a:xfrm>
      </p:grpSpPr>
      <p:pic>
        <p:nvPicPr>
          <p:cNvPr id="37" name="Google Shape;37;p8"/>
          <p:cNvPicPr preferRelativeResize="0"/>
          <p:nvPr/>
        </p:nvPicPr>
        <p:blipFill rotWithShape="1">
          <a:blip r:embed="rId3">
            <a:alphaModFix/>
          </a:blip>
          <a:srcRect/>
          <a:stretch/>
        </p:blipFill>
        <p:spPr>
          <a:xfrm flipH="1">
            <a:off x="3316943" y="2"/>
            <a:ext cx="8875057" cy="6858001"/>
          </a:xfrm>
          <a:prstGeom prst="rect">
            <a:avLst/>
          </a:prstGeom>
          <a:noFill/>
          <a:ln>
            <a:noFill/>
          </a:ln>
        </p:spPr>
      </p:pic>
      <p:sp>
        <p:nvSpPr>
          <p:cNvPr id="38" name="Google Shape;38;p8"/>
          <p:cNvSpPr txBox="1">
            <a:spLocks noGrp="1"/>
          </p:cNvSpPr>
          <p:nvPr>
            <p:ph type="body" idx="1"/>
          </p:nvPr>
        </p:nvSpPr>
        <p:spPr>
          <a:xfrm>
            <a:off x="660817" y="1964338"/>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9" name="Google Shape;39;p8"/>
          <p:cNvSpPr txBox="1">
            <a:spLocks noGrp="1"/>
          </p:cNvSpPr>
          <p:nvPr>
            <p:ph type="body" idx="2"/>
          </p:nvPr>
        </p:nvSpPr>
        <p:spPr>
          <a:xfrm>
            <a:off x="660400" y="280987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nfoSlide_LtBlue">
  <p:cSld name="InfoSlide_LtBlue">
    <p:bg>
      <p:bgPr>
        <a:blipFill>
          <a:blip r:embed="rId2">
            <a:alphaModFix/>
          </a:blip>
          <a:stretch>
            <a:fillRect/>
          </a:stretch>
        </a:blipFill>
        <a:effectLst/>
      </p:bgPr>
    </p:bg>
    <p:spTree>
      <p:nvGrpSpPr>
        <p:cNvPr id="1" name="Shape 40"/>
        <p:cNvGrpSpPr/>
        <p:nvPr/>
      </p:nvGrpSpPr>
      <p:grpSpPr>
        <a:xfrm>
          <a:off x="0" y="0"/>
          <a:ext cx="0" cy="0"/>
          <a:chOff x="0" y="0"/>
          <a:chExt cx="0" cy="0"/>
        </a:xfrm>
      </p:grpSpPr>
      <p:sp>
        <p:nvSpPr>
          <p:cNvPr id="41" name="Google Shape;41;p9"/>
          <p:cNvSpPr txBox="1">
            <a:spLocks noGrp="1"/>
          </p:cNvSpPr>
          <p:nvPr>
            <p:ph type="body" idx="1"/>
          </p:nvPr>
        </p:nvSpPr>
        <p:spPr>
          <a:xfrm>
            <a:off x="660817" y="1964338"/>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2" name="Google Shape;42;p9"/>
          <p:cNvSpPr txBox="1">
            <a:spLocks noGrp="1"/>
          </p:cNvSpPr>
          <p:nvPr>
            <p:ph type="body" idx="2"/>
          </p:nvPr>
        </p:nvSpPr>
        <p:spPr>
          <a:xfrm>
            <a:off x="660400" y="280987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43" name="Google Shape;43;p9"/>
          <p:cNvPicPr preferRelativeResize="0"/>
          <p:nvPr/>
        </p:nvPicPr>
        <p:blipFill rotWithShape="1">
          <a:blip r:embed="rId3">
            <a:alphaModFix/>
          </a:blip>
          <a:srcRect/>
          <a:stretch/>
        </p:blipFill>
        <p:spPr>
          <a:xfrm flipH="1">
            <a:off x="3316943" y="2"/>
            <a:ext cx="8875057" cy="6858001"/>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_InfoSlide_DkBlue">
  <p:cSld name="2_InfoSlide_DkBlue">
    <p:bg>
      <p:bgPr>
        <a:blipFill>
          <a:blip r:embed="rId2">
            <a:alphaModFix/>
          </a:blip>
          <a:stretch>
            <a:fillRect/>
          </a:stretch>
        </a:blipFill>
        <a:effectLst/>
      </p:bgPr>
    </p:bg>
    <p:spTree>
      <p:nvGrpSpPr>
        <p:cNvPr id="1" name="Shape 44"/>
        <p:cNvGrpSpPr/>
        <p:nvPr/>
      </p:nvGrpSpPr>
      <p:grpSpPr>
        <a:xfrm>
          <a:off x="0" y="0"/>
          <a:ext cx="0" cy="0"/>
          <a:chOff x="0" y="0"/>
          <a:chExt cx="0" cy="0"/>
        </a:xfrm>
      </p:grpSpPr>
      <p:pic>
        <p:nvPicPr>
          <p:cNvPr id="45" name="Google Shape;45;p10"/>
          <p:cNvPicPr preferRelativeResize="0"/>
          <p:nvPr/>
        </p:nvPicPr>
        <p:blipFill rotWithShape="1">
          <a:blip r:embed="rId3">
            <a:alphaModFix/>
          </a:blip>
          <a:srcRect/>
          <a:stretch/>
        </p:blipFill>
        <p:spPr>
          <a:xfrm>
            <a:off x="0" y="0"/>
            <a:ext cx="8875057" cy="6858001"/>
          </a:xfrm>
          <a:prstGeom prst="rect">
            <a:avLst/>
          </a:prstGeom>
          <a:noFill/>
          <a:ln>
            <a:noFill/>
          </a:ln>
        </p:spPr>
      </p:pic>
      <p:sp>
        <p:nvSpPr>
          <p:cNvPr id="46" name="Google Shape;46;p10"/>
          <p:cNvSpPr txBox="1">
            <a:spLocks noGrp="1"/>
          </p:cNvSpPr>
          <p:nvPr>
            <p:ph type="body" idx="1"/>
          </p:nvPr>
        </p:nvSpPr>
        <p:spPr>
          <a:xfrm>
            <a:off x="660817" y="2389745"/>
            <a:ext cx="5103000" cy="14646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rgbClr val="003750"/>
              </a:buClr>
              <a:buSzPts val="4000"/>
              <a:buFont typeface="Arial"/>
              <a:buNone/>
              <a:defRPr sz="4000" b="0" i="0"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7" name="Google Shape;47;p10"/>
          <p:cNvSpPr txBox="1">
            <a:spLocks noGrp="1"/>
          </p:cNvSpPr>
          <p:nvPr>
            <p:ph type="body" idx="2"/>
          </p:nvPr>
        </p:nvSpPr>
        <p:spPr>
          <a:xfrm>
            <a:off x="5998520" y="238974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A8A7AB"/>
              </a:buClr>
              <a:buSzPts val="1600"/>
              <a:buFont typeface="Arial"/>
              <a:buNone/>
              <a:defRPr sz="1600" b="0" i="0" u="none" strike="noStrike" cap="none">
                <a:solidFill>
                  <a:srgbClr val="A8A7AB"/>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Divider_DkBlue">
  <p:cSld name="SectionDivider_DkBlue">
    <p:bg>
      <p:bgPr>
        <a:blipFill>
          <a:blip r:embed="rId2">
            <a:alphaModFix/>
          </a:blip>
          <a:stretch>
            <a:fillRect/>
          </a:stretch>
        </a:blipFill>
        <a:effectLst/>
      </p:bgPr>
    </p:bg>
    <p:spTree>
      <p:nvGrpSpPr>
        <p:cNvPr id="1" name="Shape 48"/>
        <p:cNvGrpSpPr/>
        <p:nvPr/>
      </p:nvGrpSpPr>
      <p:grpSpPr>
        <a:xfrm>
          <a:off x="0" y="0"/>
          <a:ext cx="0" cy="0"/>
          <a:chOff x="0" y="0"/>
          <a:chExt cx="0" cy="0"/>
        </a:xfrm>
      </p:grpSpPr>
      <p:pic>
        <p:nvPicPr>
          <p:cNvPr id="49" name="Google Shape;49;p11"/>
          <p:cNvPicPr preferRelativeResize="0"/>
          <p:nvPr/>
        </p:nvPicPr>
        <p:blipFill rotWithShape="1">
          <a:blip r:embed="rId3">
            <a:alphaModFix/>
          </a:blip>
          <a:srcRect/>
          <a:stretch/>
        </p:blipFill>
        <p:spPr>
          <a:xfrm flipH="1">
            <a:off x="3316942" y="2"/>
            <a:ext cx="8875057" cy="6858001"/>
          </a:xfrm>
          <a:prstGeom prst="rect">
            <a:avLst/>
          </a:prstGeom>
          <a:noFill/>
          <a:ln>
            <a:noFill/>
          </a:ln>
        </p:spPr>
      </p:pic>
      <p:sp>
        <p:nvSpPr>
          <p:cNvPr id="50" name="Google Shape;50;p11"/>
          <p:cNvSpPr>
            <a:spLocks noGrp="1"/>
          </p:cNvSpPr>
          <p:nvPr>
            <p:ph type="pic" idx="2"/>
          </p:nvPr>
        </p:nvSpPr>
        <p:spPr>
          <a:xfrm>
            <a:off x="2" y="2057400"/>
            <a:ext cx="12192000" cy="2743200"/>
          </a:xfrm>
          <a:prstGeom prst="rect">
            <a:avLst/>
          </a:prstGeom>
          <a:solidFill>
            <a:srgbClr val="D8D8D8"/>
          </a:solidFill>
          <a:ln>
            <a:noFill/>
          </a:ln>
        </p:spPr>
      </p:sp>
      <p:sp>
        <p:nvSpPr>
          <p:cNvPr id="51" name="Google Shape;51;p11"/>
          <p:cNvSpPr txBox="1">
            <a:spLocks noGrp="1"/>
          </p:cNvSpPr>
          <p:nvPr>
            <p:ph type="body" idx="1"/>
          </p:nvPr>
        </p:nvSpPr>
        <p:spPr>
          <a:xfrm>
            <a:off x="0" y="5591964"/>
            <a:ext cx="12192000" cy="5040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Divider_LtBlue">
  <p:cSld name="SectionDivider_LtBlue">
    <p:bg>
      <p:bgPr>
        <a:blipFill>
          <a:blip r:embed="rId2">
            <a:alphaModFix/>
          </a:blip>
          <a:stretch>
            <a:fillRect/>
          </a:stretch>
        </a:blipFill>
        <a:effectLst/>
      </p:bgPr>
    </p:bg>
    <p:spTree>
      <p:nvGrpSpPr>
        <p:cNvPr id="1" name="Shape 52"/>
        <p:cNvGrpSpPr/>
        <p:nvPr/>
      </p:nvGrpSpPr>
      <p:grpSpPr>
        <a:xfrm>
          <a:off x="0" y="0"/>
          <a:ext cx="0" cy="0"/>
          <a:chOff x="0" y="0"/>
          <a:chExt cx="0" cy="0"/>
        </a:xfrm>
      </p:grpSpPr>
      <p:sp>
        <p:nvSpPr>
          <p:cNvPr id="53" name="Google Shape;53;p12"/>
          <p:cNvSpPr txBox="1">
            <a:spLocks noGrp="1"/>
          </p:cNvSpPr>
          <p:nvPr>
            <p:ph type="body" idx="1"/>
          </p:nvPr>
        </p:nvSpPr>
        <p:spPr>
          <a:xfrm>
            <a:off x="0" y="3176982"/>
            <a:ext cx="12192000" cy="5040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54" name="Google Shape;54;p12"/>
          <p:cNvPicPr preferRelativeResize="0"/>
          <p:nvPr/>
        </p:nvPicPr>
        <p:blipFill rotWithShape="1">
          <a:blip r:embed="rId3">
            <a:alphaModFix/>
          </a:blip>
          <a:srcRect/>
          <a:stretch/>
        </p:blipFill>
        <p:spPr>
          <a:xfrm>
            <a:off x="3316941" y="2"/>
            <a:ext cx="8875057" cy="6858001"/>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Divider_WHT">
  <p:cSld name="SectionDivider_WHT">
    <p:bg>
      <p:bgPr>
        <a:blipFill>
          <a:blip r:embed="rId2">
            <a:alphaModFix/>
          </a:blip>
          <a:stretch>
            <a:fillRect/>
          </a:stretch>
        </a:blipFill>
        <a:effectLst/>
      </p:bgPr>
    </p:bg>
    <p:spTree>
      <p:nvGrpSpPr>
        <p:cNvPr id="1" name="Shape 55"/>
        <p:cNvGrpSpPr/>
        <p:nvPr/>
      </p:nvGrpSpPr>
      <p:grpSpPr>
        <a:xfrm>
          <a:off x="0" y="0"/>
          <a:ext cx="0" cy="0"/>
          <a:chOff x="0" y="0"/>
          <a:chExt cx="0" cy="0"/>
        </a:xfrm>
      </p:grpSpPr>
      <p:pic>
        <p:nvPicPr>
          <p:cNvPr id="56" name="Google Shape;56;p13"/>
          <p:cNvPicPr preferRelativeResize="0"/>
          <p:nvPr/>
        </p:nvPicPr>
        <p:blipFill rotWithShape="1">
          <a:blip r:embed="rId3">
            <a:alphaModFix/>
          </a:blip>
          <a:srcRect/>
          <a:stretch/>
        </p:blipFill>
        <p:spPr>
          <a:xfrm>
            <a:off x="7074568" y="0"/>
            <a:ext cx="8875057" cy="6858001"/>
          </a:xfrm>
          <a:prstGeom prst="rect">
            <a:avLst/>
          </a:prstGeom>
          <a:noFill/>
          <a:ln>
            <a:noFill/>
          </a:ln>
        </p:spPr>
      </p:pic>
      <p:sp>
        <p:nvSpPr>
          <p:cNvPr id="57" name="Google Shape;57;p13"/>
          <p:cNvSpPr/>
          <p:nvPr/>
        </p:nvSpPr>
        <p:spPr>
          <a:xfrm flipH="1">
            <a:off x="-3807445" y="0"/>
            <a:ext cx="8875200" cy="6858000"/>
          </a:xfrm>
          <a:prstGeom prst="rect">
            <a:avLst/>
          </a:prstGeom>
          <a:solidFill>
            <a:srgbClr val="FFFFFF"/>
          </a:solidFill>
          <a:ln>
            <a:noFill/>
          </a:ln>
        </p:spPr>
      </p:sp>
      <p:sp>
        <p:nvSpPr>
          <p:cNvPr id="58" name="Google Shape;58;p13"/>
          <p:cNvSpPr>
            <a:spLocks noGrp="1"/>
          </p:cNvSpPr>
          <p:nvPr>
            <p:ph type="pic" idx="2"/>
          </p:nvPr>
        </p:nvSpPr>
        <p:spPr>
          <a:xfrm>
            <a:off x="2439679" y="0"/>
            <a:ext cx="7320900" cy="6864300"/>
          </a:xfrm>
          <a:prstGeom prst="rect">
            <a:avLst/>
          </a:prstGeom>
          <a:solidFill>
            <a:srgbClr val="D8D8D8"/>
          </a:solidFill>
          <a:ln>
            <a:noFill/>
          </a:ln>
        </p:spPr>
      </p:sp>
      <p:sp>
        <p:nvSpPr>
          <p:cNvPr id="59" name="Google Shape;59;p13"/>
          <p:cNvSpPr txBox="1">
            <a:spLocks noGrp="1"/>
          </p:cNvSpPr>
          <p:nvPr>
            <p:ph type="title"/>
          </p:nvPr>
        </p:nvSpPr>
        <p:spPr>
          <a:xfrm>
            <a:off x="6888938" y="2855226"/>
            <a:ext cx="5303100" cy="1147500"/>
          </a:xfrm>
          <a:prstGeom prst="rect">
            <a:avLst/>
          </a:prstGeom>
          <a:solidFill>
            <a:srgbClr val="003750"/>
          </a:solidFill>
          <a:ln>
            <a:noFill/>
          </a:ln>
        </p:spPr>
        <p:txBody>
          <a:bodyPr spcFirstLastPara="1" wrap="square" lIns="91425" tIns="45700" rIns="91425" bIns="45700" anchor="ctr" anchorCtr="0">
            <a:normAutofit/>
          </a:bodyPr>
          <a:lstStyle>
            <a:lvl1pPr lvl="0" algn="ctr" rtl="0">
              <a:lnSpc>
                <a:spcPct val="90000"/>
              </a:lnSpc>
              <a:spcBef>
                <a:spcPts val="0"/>
              </a:spcBef>
              <a:spcAft>
                <a:spcPts val="0"/>
              </a:spcAft>
              <a:buClr>
                <a:srgbClr val="F2F2F2"/>
              </a:buClr>
              <a:buSzPts val="3200"/>
              <a:buFont typeface="Arial"/>
              <a:buNone/>
              <a:defRPr sz="3200" b="0" i="0">
                <a:solidFill>
                  <a:srgbClr val="F2F2F2"/>
                </a:solidFill>
                <a:latin typeface="Arial"/>
                <a:ea typeface="Arial"/>
                <a:cs typeface="Arial"/>
                <a:sym typeface="Aria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Slide_DkBlue">
  <p:cSld name="QuoteSlide_DkBlue">
    <p:bg>
      <p:bgPr>
        <a:blipFill>
          <a:blip r:embed="rId2">
            <a:alphaModFix/>
          </a:blip>
          <a:stretch>
            <a:fillRect/>
          </a:stretch>
        </a:blipFill>
        <a:effectLst/>
      </p:bgPr>
    </p:bg>
    <p:spTree>
      <p:nvGrpSpPr>
        <p:cNvPr id="1" name="Shape 60"/>
        <p:cNvGrpSpPr/>
        <p:nvPr/>
      </p:nvGrpSpPr>
      <p:grpSpPr>
        <a:xfrm>
          <a:off x="0" y="0"/>
          <a:ext cx="0" cy="0"/>
          <a:chOff x="0" y="0"/>
          <a:chExt cx="0" cy="0"/>
        </a:xfrm>
      </p:grpSpPr>
      <p:pic>
        <p:nvPicPr>
          <p:cNvPr id="61" name="Google Shape;61;p14"/>
          <p:cNvPicPr preferRelativeResize="0"/>
          <p:nvPr/>
        </p:nvPicPr>
        <p:blipFill rotWithShape="1">
          <a:blip r:embed="rId3">
            <a:alphaModFix/>
          </a:blip>
          <a:srcRect/>
          <a:stretch/>
        </p:blipFill>
        <p:spPr>
          <a:xfrm rot="10800000">
            <a:off x="4762752" y="0"/>
            <a:ext cx="7429248" cy="5740783"/>
          </a:xfrm>
          <a:prstGeom prst="rect">
            <a:avLst/>
          </a:prstGeom>
          <a:noFill/>
          <a:ln>
            <a:noFill/>
          </a:ln>
        </p:spPr>
      </p:pic>
      <p:sp>
        <p:nvSpPr>
          <p:cNvPr id="62" name="Google Shape;62;p14"/>
          <p:cNvSpPr txBox="1">
            <a:spLocks noGrp="1"/>
          </p:cNvSpPr>
          <p:nvPr>
            <p:ph type="body" idx="1"/>
          </p:nvPr>
        </p:nvSpPr>
        <p:spPr>
          <a:xfrm>
            <a:off x="1114425" y="2406651"/>
            <a:ext cx="5486400" cy="1808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400"/>
              <a:buFont typeface="Arial"/>
              <a:buNone/>
              <a:defRPr sz="4400" b="1" i="1"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1" i="1"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1" i="1"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3" name="Google Shape;63;p14"/>
          <p:cNvSpPr txBox="1"/>
          <p:nvPr/>
        </p:nvSpPr>
        <p:spPr>
          <a:xfrm>
            <a:off x="1061645" y="1353874"/>
            <a:ext cx="1148100" cy="264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600" b="1" i="0" u="none" strike="noStrike" cap="none">
                <a:latin typeface="Play"/>
                <a:ea typeface="Play"/>
                <a:cs typeface="Play"/>
                <a:sym typeface="Play"/>
              </a:rPr>
              <a:t>“</a:t>
            </a:r>
            <a:endParaRPr/>
          </a:p>
        </p:txBody>
      </p:sp>
      <p:sp>
        <p:nvSpPr>
          <p:cNvPr id="64" name="Google Shape;64;p14"/>
          <p:cNvSpPr txBox="1">
            <a:spLocks noGrp="1"/>
          </p:cNvSpPr>
          <p:nvPr>
            <p:ph type="body" idx="2"/>
          </p:nvPr>
        </p:nvSpPr>
        <p:spPr>
          <a:xfrm>
            <a:off x="1127126" y="4214815"/>
            <a:ext cx="3994200" cy="36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800"/>
              <a:buFont typeface="Arial"/>
              <a:buNone/>
              <a:defRPr sz="18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5" name="Google Shape;65;p14"/>
          <p:cNvSpPr txBox="1">
            <a:spLocks noGrp="1"/>
          </p:cNvSpPr>
          <p:nvPr>
            <p:ph type="body" idx="3"/>
          </p:nvPr>
        </p:nvSpPr>
        <p:spPr>
          <a:xfrm>
            <a:off x="1127126" y="4524199"/>
            <a:ext cx="3994200" cy="36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400"/>
              <a:buFont typeface="Arial"/>
              <a:buNone/>
              <a:defRPr sz="14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Slide_LtBlue">
  <p:cSld name="QuoteSlide_LtBlue">
    <p:bg>
      <p:bgPr>
        <a:blipFill>
          <a:blip r:embed="rId2">
            <a:alphaModFix/>
          </a:blip>
          <a:stretch>
            <a:fillRect/>
          </a:stretch>
        </a:blipFill>
        <a:effectLst/>
      </p:bgPr>
    </p:bg>
    <p:spTree>
      <p:nvGrpSpPr>
        <p:cNvPr id="1" name="Shape 66"/>
        <p:cNvGrpSpPr/>
        <p:nvPr/>
      </p:nvGrpSpPr>
      <p:grpSpPr>
        <a:xfrm>
          <a:off x="0" y="0"/>
          <a:ext cx="0" cy="0"/>
          <a:chOff x="0" y="0"/>
          <a:chExt cx="0" cy="0"/>
        </a:xfrm>
      </p:grpSpPr>
      <p:pic>
        <p:nvPicPr>
          <p:cNvPr id="67" name="Google Shape;67;p15"/>
          <p:cNvPicPr preferRelativeResize="0"/>
          <p:nvPr/>
        </p:nvPicPr>
        <p:blipFill rotWithShape="1">
          <a:blip r:embed="rId3">
            <a:alphaModFix/>
          </a:blip>
          <a:srcRect/>
          <a:stretch/>
        </p:blipFill>
        <p:spPr>
          <a:xfrm flipH="1">
            <a:off x="3316943" y="2"/>
            <a:ext cx="8875057" cy="6858001"/>
          </a:xfrm>
          <a:prstGeom prst="rect">
            <a:avLst/>
          </a:prstGeom>
          <a:noFill/>
          <a:ln>
            <a:noFill/>
          </a:ln>
        </p:spPr>
      </p:pic>
      <p:sp>
        <p:nvSpPr>
          <p:cNvPr id="68" name="Google Shape;68;p15"/>
          <p:cNvSpPr txBox="1">
            <a:spLocks noGrp="1"/>
          </p:cNvSpPr>
          <p:nvPr>
            <p:ph type="body" idx="1"/>
          </p:nvPr>
        </p:nvSpPr>
        <p:spPr>
          <a:xfrm>
            <a:off x="1114425" y="2406651"/>
            <a:ext cx="5486400" cy="1808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3750"/>
              </a:buClr>
              <a:buSzPts val="4400"/>
              <a:buFont typeface="Arial"/>
              <a:buNone/>
              <a:defRPr sz="4400" b="1" i="1"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1" i="1"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1" i="1"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9" name="Google Shape;69;p15"/>
          <p:cNvSpPr txBox="1"/>
          <p:nvPr/>
        </p:nvSpPr>
        <p:spPr>
          <a:xfrm>
            <a:off x="1061645" y="1353874"/>
            <a:ext cx="1148100" cy="264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600" b="1" i="0">
                <a:latin typeface="Play"/>
                <a:ea typeface="Play"/>
                <a:cs typeface="Play"/>
                <a:sym typeface="Play"/>
              </a:rPr>
              <a:t>“</a:t>
            </a:r>
            <a:endParaRPr/>
          </a:p>
        </p:txBody>
      </p:sp>
      <p:sp>
        <p:nvSpPr>
          <p:cNvPr id="70" name="Google Shape;70;p15"/>
          <p:cNvSpPr txBox="1">
            <a:spLocks noGrp="1"/>
          </p:cNvSpPr>
          <p:nvPr>
            <p:ph type="body" idx="2"/>
          </p:nvPr>
        </p:nvSpPr>
        <p:spPr>
          <a:xfrm>
            <a:off x="1127126" y="4214815"/>
            <a:ext cx="3994200" cy="36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800"/>
              <a:buFont typeface="Arial"/>
              <a:buNone/>
              <a:defRPr sz="18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1" name="Google Shape;71;p15"/>
          <p:cNvSpPr txBox="1">
            <a:spLocks noGrp="1"/>
          </p:cNvSpPr>
          <p:nvPr>
            <p:ph type="body" idx="3"/>
          </p:nvPr>
        </p:nvSpPr>
        <p:spPr>
          <a:xfrm>
            <a:off x="1127126" y="4524199"/>
            <a:ext cx="3994200" cy="36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400"/>
              <a:buFont typeface="Arial"/>
              <a:buNone/>
              <a:defRPr sz="14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HexImages_DkBlue">
  <p:cSld name="TwoHexImages_DkBlue">
    <p:bg>
      <p:bgPr>
        <a:blipFill>
          <a:blip r:embed="rId2">
            <a:alphaModFix/>
          </a:blip>
          <a:stretch>
            <a:fillRect/>
          </a:stretch>
        </a:blipFill>
        <a:effectLst/>
      </p:bgPr>
    </p:bg>
    <p:spTree>
      <p:nvGrpSpPr>
        <p:cNvPr id="1" name="Shape 72"/>
        <p:cNvGrpSpPr/>
        <p:nvPr/>
      </p:nvGrpSpPr>
      <p:grpSpPr>
        <a:xfrm>
          <a:off x="0" y="0"/>
          <a:ext cx="0" cy="0"/>
          <a:chOff x="0" y="0"/>
          <a:chExt cx="0" cy="0"/>
        </a:xfrm>
      </p:grpSpPr>
      <p:pic>
        <p:nvPicPr>
          <p:cNvPr id="73" name="Google Shape;73;p16"/>
          <p:cNvPicPr preferRelativeResize="0"/>
          <p:nvPr/>
        </p:nvPicPr>
        <p:blipFill rotWithShape="1">
          <a:blip r:embed="rId3">
            <a:alphaModFix/>
          </a:blip>
          <a:srcRect/>
          <a:stretch/>
        </p:blipFill>
        <p:spPr>
          <a:xfrm>
            <a:off x="6342229" y="2"/>
            <a:ext cx="8875057" cy="6858001"/>
          </a:xfrm>
          <a:prstGeom prst="rect">
            <a:avLst/>
          </a:prstGeom>
          <a:noFill/>
          <a:ln>
            <a:noFill/>
          </a:ln>
        </p:spPr>
      </p:pic>
      <p:pic>
        <p:nvPicPr>
          <p:cNvPr id="74" name="Google Shape;74;p16"/>
          <p:cNvPicPr preferRelativeResize="0"/>
          <p:nvPr/>
        </p:nvPicPr>
        <p:blipFill rotWithShape="1">
          <a:blip r:embed="rId4">
            <a:alphaModFix/>
          </a:blip>
          <a:srcRect/>
          <a:stretch/>
        </p:blipFill>
        <p:spPr>
          <a:xfrm rot="10800000">
            <a:off x="-1281189" y="3948696"/>
            <a:ext cx="9091865" cy="7025533"/>
          </a:xfrm>
          <a:prstGeom prst="rect">
            <a:avLst/>
          </a:prstGeom>
          <a:noFill/>
          <a:ln>
            <a:noFill/>
          </a:ln>
        </p:spPr>
      </p:pic>
      <p:sp>
        <p:nvSpPr>
          <p:cNvPr id="75" name="Google Shape;75;p16"/>
          <p:cNvSpPr>
            <a:spLocks noGrp="1"/>
          </p:cNvSpPr>
          <p:nvPr>
            <p:ph type="pic" idx="2"/>
          </p:nvPr>
        </p:nvSpPr>
        <p:spPr>
          <a:xfrm>
            <a:off x="5999562" y="2991328"/>
            <a:ext cx="4033200" cy="3897300"/>
          </a:xfrm>
          <a:prstGeom prst="rect">
            <a:avLst/>
          </a:prstGeom>
          <a:solidFill>
            <a:srgbClr val="D8D8D8"/>
          </a:solidFill>
          <a:ln w="57150" cap="flat" cmpd="sng">
            <a:solidFill>
              <a:srgbClr val="00A9DB">
                <a:alpha val="74900"/>
              </a:srgbClr>
            </a:solidFill>
            <a:prstDash val="solid"/>
            <a:round/>
            <a:headEnd type="none" w="sm" len="sm"/>
            <a:tailEnd type="none" w="sm" len="sm"/>
          </a:ln>
        </p:spPr>
      </p:sp>
      <p:sp>
        <p:nvSpPr>
          <p:cNvPr id="76" name="Google Shape;76;p16"/>
          <p:cNvSpPr>
            <a:spLocks noGrp="1"/>
          </p:cNvSpPr>
          <p:nvPr>
            <p:ph type="pic" idx="3"/>
          </p:nvPr>
        </p:nvSpPr>
        <p:spPr>
          <a:xfrm>
            <a:off x="2081285" y="-20320"/>
            <a:ext cx="5187600" cy="5254800"/>
          </a:xfrm>
          <a:prstGeom prst="rect">
            <a:avLst/>
          </a:prstGeom>
          <a:solidFill>
            <a:srgbClr val="D8D8D8"/>
          </a:solidFill>
          <a:ln w="57150" cap="flat" cmpd="sng">
            <a:solidFill>
              <a:srgbClr val="00A9DB">
                <a:alpha val="74900"/>
              </a:srgbClr>
            </a:solidFill>
            <a:prstDash val="solid"/>
            <a:round/>
            <a:headEnd type="none" w="sm" len="sm"/>
            <a:tailEnd type="none" w="sm" len="sm"/>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HexImages_WHT">
  <p:cSld name="TwoHexImages_WHT">
    <p:bg>
      <p:bgPr>
        <a:blipFill>
          <a:blip r:embed="rId2">
            <a:alphaModFix/>
          </a:blip>
          <a:stretch>
            <a:fillRect/>
          </a:stretch>
        </a:blipFill>
        <a:effectLst/>
      </p:bgPr>
    </p:bg>
    <p:spTree>
      <p:nvGrpSpPr>
        <p:cNvPr id="1" name="Shape 77"/>
        <p:cNvGrpSpPr/>
        <p:nvPr/>
      </p:nvGrpSpPr>
      <p:grpSpPr>
        <a:xfrm>
          <a:off x="0" y="0"/>
          <a:ext cx="0" cy="0"/>
          <a:chOff x="0" y="0"/>
          <a:chExt cx="0" cy="0"/>
        </a:xfrm>
      </p:grpSpPr>
      <p:pic>
        <p:nvPicPr>
          <p:cNvPr id="78" name="Google Shape;78;p17"/>
          <p:cNvPicPr preferRelativeResize="0"/>
          <p:nvPr/>
        </p:nvPicPr>
        <p:blipFill rotWithShape="1">
          <a:blip r:embed="rId3">
            <a:alphaModFix/>
          </a:blip>
          <a:srcRect/>
          <a:stretch/>
        </p:blipFill>
        <p:spPr>
          <a:xfrm>
            <a:off x="6017109" y="2"/>
            <a:ext cx="8875057" cy="6858001"/>
          </a:xfrm>
          <a:prstGeom prst="rect">
            <a:avLst/>
          </a:prstGeom>
          <a:noFill/>
          <a:ln>
            <a:noFill/>
          </a:ln>
        </p:spPr>
      </p:pic>
      <p:sp>
        <p:nvSpPr>
          <p:cNvPr id="79" name="Google Shape;79;p17"/>
          <p:cNvSpPr/>
          <p:nvPr/>
        </p:nvSpPr>
        <p:spPr>
          <a:xfrm rot="10800000">
            <a:off x="-2104349" y="-30336"/>
            <a:ext cx="8875200" cy="4812600"/>
          </a:xfrm>
          <a:prstGeom prst="rect">
            <a:avLst/>
          </a:prstGeom>
          <a:solidFill>
            <a:srgbClr val="FFFFFF"/>
          </a:solidFill>
          <a:ln>
            <a:noFill/>
          </a:ln>
        </p:spPr>
      </p:sp>
      <p:sp>
        <p:nvSpPr>
          <p:cNvPr id="80" name="Google Shape;80;p17"/>
          <p:cNvSpPr>
            <a:spLocks noGrp="1"/>
          </p:cNvSpPr>
          <p:nvPr>
            <p:ph type="pic" idx="2"/>
          </p:nvPr>
        </p:nvSpPr>
        <p:spPr>
          <a:xfrm>
            <a:off x="2333322" y="2991328"/>
            <a:ext cx="4033200" cy="3897300"/>
          </a:xfrm>
          <a:prstGeom prst="rect">
            <a:avLst/>
          </a:prstGeom>
          <a:solidFill>
            <a:srgbClr val="D8D8D8"/>
          </a:solidFill>
          <a:ln w="57150" cap="flat" cmpd="sng">
            <a:solidFill>
              <a:srgbClr val="00A9DB">
                <a:alpha val="74900"/>
              </a:srgbClr>
            </a:solidFill>
            <a:prstDash val="solid"/>
            <a:round/>
            <a:headEnd type="none" w="sm" len="sm"/>
            <a:tailEnd type="none" w="sm" len="sm"/>
          </a:ln>
        </p:spPr>
      </p:sp>
      <p:sp>
        <p:nvSpPr>
          <p:cNvPr id="81" name="Google Shape;81;p17"/>
          <p:cNvSpPr>
            <a:spLocks noGrp="1"/>
          </p:cNvSpPr>
          <p:nvPr>
            <p:ph type="pic" idx="3"/>
          </p:nvPr>
        </p:nvSpPr>
        <p:spPr>
          <a:xfrm>
            <a:off x="4214885" y="-71120"/>
            <a:ext cx="5187600" cy="5254800"/>
          </a:xfrm>
          <a:prstGeom prst="rect">
            <a:avLst/>
          </a:prstGeom>
          <a:solidFill>
            <a:srgbClr val="D8D8D8"/>
          </a:solidFill>
          <a:ln w="57150" cap="flat" cmpd="sng">
            <a:solidFill>
              <a:srgbClr val="00A9DB">
                <a:alpha val="74900"/>
              </a:srgbClr>
            </a:solidFill>
            <a:prstDash val="solid"/>
            <a:round/>
            <a:headEnd type="none" w="sm" len="sm"/>
            <a:tailEnd type="none" w="sm" len="sm"/>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AgendaSlide_WHT">
  <p:cSld name="AgendaSlide_WHT">
    <p:bg>
      <p:bgPr>
        <a:blipFill>
          <a:blip r:embed="rId2">
            <a:alphaModFix/>
          </a:blip>
          <a:stretch>
            <a:fillRect/>
          </a:stretch>
        </a:blipFill>
        <a:effectLst/>
      </p:bgPr>
    </p:bg>
    <p:spTree>
      <p:nvGrpSpPr>
        <p:cNvPr id="1" name="Shape 82"/>
        <p:cNvGrpSpPr/>
        <p:nvPr/>
      </p:nvGrpSpPr>
      <p:grpSpPr>
        <a:xfrm>
          <a:off x="0" y="0"/>
          <a:ext cx="0" cy="0"/>
          <a:chOff x="0" y="0"/>
          <a:chExt cx="0" cy="0"/>
        </a:xfrm>
      </p:grpSpPr>
      <p:sp>
        <p:nvSpPr>
          <p:cNvPr id="83" name="Google Shape;83;p18"/>
          <p:cNvSpPr txBox="1">
            <a:spLocks noGrp="1"/>
          </p:cNvSpPr>
          <p:nvPr>
            <p:ph type="title"/>
          </p:nvPr>
        </p:nvSpPr>
        <p:spPr>
          <a:xfrm>
            <a:off x="838200" y="1330326"/>
            <a:ext cx="5257800" cy="933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rgbClr val="003750"/>
              </a:buClr>
              <a:buSzPts val="4000"/>
              <a:buFont typeface="Arial"/>
              <a:buNone/>
              <a:defRPr sz="4000" b="0" i="0">
                <a:solidFill>
                  <a:srgbClr val="003750"/>
                </a:solidFill>
                <a:latin typeface="Arial"/>
                <a:ea typeface="Arial"/>
                <a:cs typeface="Arial"/>
                <a:sym typeface="Aria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4" name="Google Shape;84;p18"/>
          <p:cNvSpPr txBox="1">
            <a:spLocks noGrp="1"/>
          </p:cNvSpPr>
          <p:nvPr>
            <p:ph type="body" idx="1"/>
          </p:nvPr>
        </p:nvSpPr>
        <p:spPr>
          <a:xfrm>
            <a:off x="838200" y="2387602"/>
            <a:ext cx="5257800" cy="3527400"/>
          </a:xfrm>
          <a:prstGeom prst="rect">
            <a:avLst/>
          </a:prstGeom>
          <a:noFill/>
          <a:ln>
            <a:noFill/>
          </a:ln>
        </p:spPr>
        <p:txBody>
          <a:bodyPr spcFirstLastPara="1" wrap="square" lIns="91425" tIns="45700" rIns="91425" bIns="45700" anchor="t" anchorCtr="0">
            <a:noAutofit/>
          </a:bodyPr>
          <a:lstStyle>
            <a:lvl1pPr marL="457200" marR="0" lvl="0" indent="-355600" algn="l" rtl="0">
              <a:lnSpc>
                <a:spcPct val="90000"/>
              </a:lnSpc>
              <a:spcBef>
                <a:spcPts val="1000"/>
              </a:spcBef>
              <a:spcAft>
                <a:spcPts val="0"/>
              </a:spcAft>
              <a:buClr>
                <a:srgbClr val="00A9DB"/>
              </a:buClr>
              <a:buSzPts val="2000"/>
              <a:buFont typeface="Arial"/>
              <a:buChar char="•"/>
              <a:defRPr sz="2000" b="0" i="0" u="none" strike="noStrike" cap="none">
                <a:solidFill>
                  <a:srgbClr val="00A9DB"/>
                </a:solidFill>
                <a:latin typeface="Arial"/>
                <a:ea typeface="Arial"/>
                <a:cs typeface="Arial"/>
                <a:sym typeface="Arial"/>
              </a:defRPr>
            </a:lvl1pPr>
            <a:lvl2pPr marL="914400" marR="0" lvl="1" indent="-342900" algn="l" rtl="0">
              <a:lnSpc>
                <a:spcPct val="90000"/>
              </a:lnSpc>
              <a:spcBef>
                <a:spcPts val="500"/>
              </a:spcBef>
              <a:spcAft>
                <a:spcPts val="0"/>
              </a:spcAft>
              <a:buClr>
                <a:srgbClr val="00A9DB"/>
              </a:buClr>
              <a:buSzPts val="1800"/>
              <a:buFont typeface="Arial"/>
              <a:buChar char="•"/>
              <a:defRPr sz="1800" b="0" i="0" u="none" strike="noStrike" cap="none">
                <a:solidFill>
                  <a:srgbClr val="00A9DB"/>
                </a:solidFill>
                <a:latin typeface="Arial"/>
                <a:ea typeface="Arial"/>
                <a:cs typeface="Arial"/>
                <a:sym typeface="Arial"/>
              </a:defRPr>
            </a:lvl2pPr>
            <a:lvl3pPr marL="1371600" marR="0" lvl="2" indent="-330200" algn="l" rtl="0">
              <a:lnSpc>
                <a:spcPct val="90000"/>
              </a:lnSpc>
              <a:spcBef>
                <a:spcPts val="500"/>
              </a:spcBef>
              <a:spcAft>
                <a:spcPts val="0"/>
              </a:spcAft>
              <a:buClr>
                <a:srgbClr val="00A9DB"/>
              </a:buClr>
              <a:buSzPts val="1600"/>
              <a:buFont typeface="Arial"/>
              <a:buChar char="•"/>
              <a:defRPr sz="1600" b="0" i="0" u="none" strike="noStrike" cap="none">
                <a:solidFill>
                  <a:srgbClr val="00A9DB"/>
                </a:solidFill>
                <a:latin typeface="Arial"/>
                <a:ea typeface="Arial"/>
                <a:cs typeface="Arial"/>
                <a:sym typeface="Arial"/>
              </a:defRPr>
            </a:lvl3pPr>
            <a:lvl4pPr marL="1828800" marR="0" lvl="3" indent="-317500" algn="l" rtl="0">
              <a:lnSpc>
                <a:spcPct val="90000"/>
              </a:lnSpc>
              <a:spcBef>
                <a:spcPts val="500"/>
              </a:spcBef>
              <a:spcAft>
                <a:spcPts val="0"/>
              </a:spcAft>
              <a:buClr>
                <a:srgbClr val="00A9DB"/>
              </a:buClr>
              <a:buSzPts val="1400"/>
              <a:buFont typeface="Arial"/>
              <a:buChar char="•"/>
              <a:defRPr sz="1400" b="0" i="0" u="none" strike="noStrike" cap="none">
                <a:solidFill>
                  <a:srgbClr val="00A9DB"/>
                </a:solidFill>
                <a:latin typeface="Arial"/>
                <a:ea typeface="Arial"/>
                <a:cs typeface="Arial"/>
                <a:sym typeface="Arial"/>
              </a:defRPr>
            </a:lvl4pPr>
            <a:lvl5pPr marL="2286000" marR="0" lvl="4" indent="-317500" algn="l" rtl="0">
              <a:lnSpc>
                <a:spcPct val="90000"/>
              </a:lnSpc>
              <a:spcBef>
                <a:spcPts val="500"/>
              </a:spcBef>
              <a:spcAft>
                <a:spcPts val="0"/>
              </a:spcAft>
              <a:buClr>
                <a:srgbClr val="00A9DB"/>
              </a:buClr>
              <a:buSzPts val="1400"/>
              <a:buFont typeface="Arial"/>
              <a:buChar char="•"/>
              <a:defRPr sz="1400" b="0" i="0" u="none" strike="noStrike" cap="none">
                <a:solidFill>
                  <a:srgbClr val="00A9DB"/>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85" name="Google Shape;85;p18"/>
          <p:cNvPicPr preferRelativeResize="0"/>
          <p:nvPr/>
        </p:nvPicPr>
        <p:blipFill rotWithShape="1">
          <a:blip r:embed="rId3">
            <a:alphaModFix/>
          </a:blip>
          <a:srcRect/>
          <a:stretch/>
        </p:blipFill>
        <p:spPr>
          <a:xfrm rot="10800000">
            <a:off x="3316943" y="-1"/>
            <a:ext cx="8875057" cy="6858001"/>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tatSlide_WHT">
  <p:cSld name="StatSlide_WHT">
    <p:bg>
      <p:bgPr>
        <a:blipFill>
          <a:blip r:embed="rId2">
            <a:alphaModFix/>
          </a:blip>
          <a:stretch>
            <a:fillRect/>
          </a:stretch>
        </a:blipFill>
        <a:effectLst/>
      </p:bgPr>
    </p:bg>
    <p:spTree>
      <p:nvGrpSpPr>
        <p:cNvPr id="1" name="Shape 86"/>
        <p:cNvGrpSpPr/>
        <p:nvPr/>
      </p:nvGrpSpPr>
      <p:grpSpPr>
        <a:xfrm>
          <a:off x="0" y="0"/>
          <a:ext cx="0" cy="0"/>
          <a:chOff x="0" y="0"/>
          <a:chExt cx="0" cy="0"/>
        </a:xfrm>
      </p:grpSpPr>
      <p:pic>
        <p:nvPicPr>
          <p:cNvPr id="87" name="Google Shape;87;p19"/>
          <p:cNvPicPr preferRelativeResize="0"/>
          <p:nvPr/>
        </p:nvPicPr>
        <p:blipFill rotWithShape="1">
          <a:blip r:embed="rId3">
            <a:alphaModFix/>
          </a:blip>
          <a:srcRect/>
          <a:stretch/>
        </p:blipFill>
        <p:spPr>
          <a:xfrm rot="10800000" flipH="1">
            <a:off x="3316941" y="-1"/>
            <a:ext cx="8875057" cy="6858001"/>
          </a:xfrm>
          <a:prstGeom prst="rect">
            <a:avLst/>
          </a:prstGeom>
          <a:noFill/>
          <a:ln>
            <a:noFill/>
          </a:ln>
        </p:spPr>
      </p:pic>
      <p:sp>
        <p:nvSpPr>
          <p:cNvPr id="88" name="Google Shape;88;p19"/>
          <p:cNvSpPr txBox="1">
            <a:spLocks noGrp="1"/>
          </p:cNvSpPr>
          <p:nvPr>
            <p:ph type="title"/>
          </p:nvPr>
        </p:nvSpPr>
        <p:spPr>
          <a:xfrm>
            <a:off x="-1" y="2040584"/>
            <a:ext cx="7473900" cy="1993200"/>
          </a:xfrm>
          <a:prstGeom prst="rect">
            <a:avLst/>
          </a:prstGeom>
          <a:noFill/>
          <a:ln>
            <a:noFill/>
          </a:ln>
        </p:spPr>
        <p:txBody>
          <a:bodyPr spcFirstLastPara="1" wrap="square" lIns="91425" tIns="45700" rIns="91425" bIns="45700" anchor="ctr" anchorCtr="0">
            <a:normAutofit/>
          </a:bodyPr>
          <a:lstStyle>
            <a:lvl1pPr lvl="0" algn="r" rtl="0">
              <a:lnSpc>
                <a:spcPct val="90000"/>
              </a:lnSpc>
              <a:spcBef>
                <a:spcPts val="0"/>
              </a:spcBef>
              <a:spcAft>
                <a:spcPts val="0"/>
              </a:spcAft>
              <a:buSzPts val="15000"/>
              <a:buFont typeface="Arial"/>
              <a:buNone/>
              <a:defRPr sz="15000" b="0" i="0">
                <a:latin typeface="Arial"/>
                <a:ea typeface="Arial"/>
                <a:cs typeface="Arial"/>
                <a:sym typeface="Aria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9" name="Google Shape;89;p19"/>
          <p:cNvSpPr txBox="1">
            <a:spLocks noGrp="1"/>
          </p:cNvSpPr>
          <p:nvPr>
            <p:ph type="body" idx="1"/>
          </p:nvPr>
        </p:nvSpPr>
        <p:spPr>
          <a:xfrm>
            <a:off x="4560635" y="3547360"/>
            <a:ext cx="7473900" cy="612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3750"/>
              </a:buClr>
              <a:buSzPts val="3600"/>
              <a:buFont typeface="Arial"/>
              <a:buNone/>
              <a:defRPr sz="3600" b="0" i="0"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tatSlide_DkBlue">
  <p:cSld name="StatSlide_DkBlue">
    <p:bg>
      <p:bgPr>
        <a:blipFill>
          <a:blip r:embed="rId2">
            <a:alphaModFix/>
          </a:blip>
          <a:stretch>
            <a:fillRect/>
          </a:stretch>
        </a:blipFill>
        <a:effectLst/>
      </p:bgPr>
    </p:bg>
    <p:spTree>
      <p:nvGrpSpPr>
        <p:cNvPr id="1" name="Shape 90"/>
        <p:cNvGrpSpPr/>
        <p:nvPr/>
      </p:nvGrpSpPr>
      <p:grpSpPr>
        <a:xfrm>
          <a:off x="0" y="0"/>
          <a:ext cx="0" cy="0"/>
          <a:chOff x="0" y="0"/>
          <a:chExt cx="0" cy="0"/>
        </a:xfrm>
      </p:grpSpPr>
      <p:pic>
        <p:nvPicPr>
          <p:cNvPr id="91" name="Google Shape;91;p20"/>
          <p:cNvPicPr preferRelativeResize="0"/>
          <p:nvPr/>
        </p:nvPicPr>
        <p:blipFill rotWithShape="1">
          <a:blip r:embed="rId3">
            <a:alphaModFix/>
          </a:blip>
          <a:srcRect/>
          <a:stretch/>
        </p:blipFill>
        <p:spPr>
          <a:xfrm rot="10800000">
            <a:off x="4183217" y="0"/>
            <a:ext cx="8875057" cy="6858001"/>
          </a:xfrm>
          <a:prstGeom prst="rect">
            <a:avLst/>
          </a:prstGeom>
          <a:noFill/>
          <a:ln>
            <a:noFill/>
          </a:ln>
        </p:spPr>
      </p:pic>
      <p:sp>
        <p:nvSpPr>
          <p:cNvPr id="92" name="Google Shape;92;p20"/>
          <p:cNvSpPr txBox="1">
            <a:spLocks noGrp="1"/>
          </p:cNvSpPr>
          <p:nvPr>
            <p:ph type="title"/>
          </p:nvPr>
        </p:nvSpPr>
        <p:spPr>
          <a:xfrm>
            <a:off x="-1" y="2442920"/>
            <a:ext cx="7473900" cy="1993200"/>
          </a:xfrm>
          <a:prstGeom prst="rect">
            <a:avLst/>
          </a:prstGeom>
          <a:noFill/>
          <a:ln>
            <a:noFill/>
          </a:ln>
        </p:spPr>
        <p:txBody>
          <a:bodyPr spcFirstLastPara="1" wrap="square" lIns="91425" tIns="45700" rIns="91425" bIns="45700" anchor="ctr" anchorCtr="0">
            <a:normAutofit/>
          </a:bodyPr>
          <a:lstStyle>
            <a:lvl1pPr lvl="0" algn="r" rtl="0">
              <a:lnSpc>
                <a:spcPct val="90000"/>
              </a:lnSpc>
              <a:spcBef>
                <a:spcPts val="0"/>
              </a:spcBef>
              <a:spcAft>
                <a:spcPts val="0"/>
              </a:spcAft>
              <a:buSzPts val="15000"/>
              <a:buFont typeface="Arial"/>
              <a:buNone/>
              <a:defRPr sz="15000" b="0" i="0">
                <a:latin typeface="Arial"/>
                <a:ea typeface="Arial"/>
                <a:cs typeface="Arial"/>
                <a:sym typeface="Aria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3" name="Google Shape;93;p20"/>
          <p:cNvSpPr txBox="1">
            <a:spLocks noGrp="1"/>
          </p:cNvSpPr>
          <p:nvPr>
            <p:ph type="body" idx="1"/>
          </p:nvPr>
        </p:nvSpPr>
        <p:spPr>
          <a:xfrm>
            <a:off x="4560635" y="3949696"/>
            <a:ext cx="7473900" cy="612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3600"/>
              <a:buFont typeface="Arial"/>
              <a:buNone/>
              <a:defRPr sz="36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94"/>
        <p:cNvGrpSpPr/>
        <p:nvPr/>
      </p:nvGrpSpPr>
      <p:grpSpPr>
        <a:xfrm>
          <a:off x="0" y="0"/>
          <a:ext cx="0" cy="0"/>
          <a:chOff x="0" y="0"/>
          <a:chExt cx="0" cy="0"/>
        </a:xfrm>
      </p:grpSpPr>
      <p:sp>
        <p:nvSpPr>
          <p:cNvPr id="95" name="Google Shape;95;p21"/>
          <p:cNvSpPr>
            <a:spLocks noGrp="1"/>
          </p:cNvSpPr>
          <p:nvPr>
            <p:ph type="pic" idx="2"/>
          </p:nvPr>
        </p:nvSpPr>
        <p:spPr>
          <a:xfrm>
            <a:off x="4109704" y="1137603"/>
            <a:ext cx="3972600" cy="4582800"/>
          </a:xfrm>
          <a:prstGeom prst="rect">
            <a:avLst/>
          </a:prstGeom>
          <a:solidFill>
            <a:srgbClr val="A8A7AB"/>
          </a:solid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Slide-DkBlue">
  <p:cSld name="Title Slide-DkBlue">
    <p:bg>
      <p:bgPr>
        <a:blipFill>
          <a:blip r:embed="rId2">
            <a:alphaModFix/>
          </a:blip>
          <a:stretch>
            <a:fillRect/>
          </a:stretch>
        </a:blipFill>
        <a:effectLst/>
      </p:bgPr>
    </p:bg>
    <p:spTree>
      <p:nvGrpSpPr>
        <p:cNvPr id="1" name="Shape 99"/>
        <p:cNvGrpSpPr/>
        <p:nvPr/>
      </p:nvGrpSpPr>
      <p:grpSpPr>
        <a:xfrm>
          <a:off x="0" y="0"/>
          <a:ext cx="0" cy="0"/>
          <a:chOff x="0" y="0"/>
          <a:chExt cx="0" cy="0"/>
        </a:xfrm>
      </p:grpSpPr>
      <p:sp>
        <p:nvSpPr>
          <p:cNvPr id="100" name="Google Shape;100;p23"/>
          <p:cNvSpPr txBox="1">
            <a:spLocks noGrp="1"/>
          </p:cNvSpPr>
          <p:nvPr>
            <p:ph type="ctrTitle"/>
          </p:nvPr>
        </p:nvSpPr>
        <p:spPr>
          <a:xfrm>
            <a:off x="1524000" y="2828545"/>
            <a:ext cx="9144000" cy="1010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lt1"/>
              </a:buClr>
              <a:buSzPts val="5400"/>
              <a:buFont typeface="Arial"/>
              <a:buNone/>
              <a:defRPr sz="5400" b="0" i="0">
                <a:solidFill>
                  <a:schemeClr val="lt1"/>
                </a:solidFill>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1" name="Google Shape;101;p23"/>
          <p:cNvSpPr txBox="1">
            <a:spLocks noGrp="1"/>
          </p:cNvSpPr>
          <p:nvPr>
            <p:ph type="subTitle" idx="1"/>
          </p:nvPr>
        </p:nvSpPr>
        <p:spPr>
          <a:xfrm>
            <a:off x="1524000" y="3690652"/>
            <a:ext cx="9144000" cy="433500"/>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rgbClr val="00A9DB"/>
              </a:buClr>
              <a:buSzPts val="2800"/>
              <a:buFont typeface="Arial"/>
              <a:buNone/>
              <a:defRPr sz="2800" b="0" i="0" u="none" strike="noStrike" cap="none">
                <a:solidFill>
                  <a:srgbClr val="00A9DB"/>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02" name="Google Shape;102;p23"/>
          <p:cNvSpPr txBox="1">
            <a:spLocks noGrp="1"/>
          </p:cNvSpPr>
          <p:nvPr>
            <p:ph type="body" idx="2"/>
          </p:nvPr>
        </p:nvSpPr>
        <p:spPr>
          <a:xfrm>
            <a:off x="4144963" y="6302564"/>
            <a:ext cx="3902100" cy="34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A8A7AB"/>
              </a:buClr>
              <a:buSzPts val="2000"/>
              <a:buFont typeface="Arial"/>
              <a:buNone/>
              <a:defRPr sz="2000" b="0" i="0" u="none" strike="noStrike" cap="none">
                <a:solidFill>
                  <a:srgbClr val="A8A7AB"/>
                </a:solidFill>
                <a:latin typeface="Play"/>
                <a:ea typeface="Play"/>
                <a:cs typeface="Play"/>
                <a:sym typeface="Play"/>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Slide_LtBlue">
  <p:cSld name="Title Slide_LtBlue">
    <p:bg>
      <p:bgPr>
        <a:blipFill>
          <a:blip r:embed="rId2">
            <a:alphaModFix/>
          </a:blip>
          <a:stretch>
            <a:fillRect/>
          </a:stretch>
        </a:blipFill>
        <a:effectLst/>
      </p:bgPr>
    </p:bg>
    <p:spTree>
      <p:nvGrpSpPr>
        <p:cNvPr id="1" name="Shape 103"/>
        <p:cNvGrpSpPr/>
        <p:nvPr/>
      </p:nvGrpSpPr>
      <p:grpSpPr>
        <a:xfrm>
          <a:off x="0" y="0"/>
          <a:ext cx="0" cy="0"/>
          <a:chOff x="0" y="0"/>
          <a:chExt cx="0" cy="0"/>
        </a:xfrm>
      </p:grpSpPr>
      <p:sp>
        <p:nvSpPr>
          <p:cNvPr id="104" name="Google Shape;104;p24"/>
          <p:cNvSpPr txBox="1">
            <a:spLocks noGrp="1"/>
          </p:cNvSpPr>
          <p:nvPr>
            <p:ph type="ctrTitle"/>
          </p:nvPr>
        </p:nvSpPr>
        <p:spPr>
          <a:xfrm>
            <a:off x="438912" y="2828545"/>
            <a:ext cx="9144000" cy="1010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lt1"/>
              </a:buClr>
              <a:buSzPts val="5400"/>
              <a:buFont typeface="Arial"/>
              <a:buNone/>
              <a:defRPr sz="5400" b="0" i="0">
                <a:solidFill>
                  <a:schemeClr val="lt1"/>
                </a:solidFill>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5" name="Google Shape;105;p24"/>
          <p:cNvSpPr txBox="1">
            <a:spLocks noGrp="1"/>
          </p:cNvSpPr>
          <p:nvPr>
            <p:ph type="subTitle" idx="1"/>
          </p:nvPr>
        </p:nvSpPr>
        <p:spPr>
          <a:xfrm>
            <a:off x="438912" y="3690652"/>
            <a:ext cx="9144000" cy="4335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rgbClr val="003750"/>
              </a:buClr>
              <a:buSzPts val="2800"/>
              <a:buFont typeface="Arial"/>
              <a:buNone/>
              <a:defRPr sz="2800" b="0" i="0" u="none" strike="noStrike" cap="none">
                <a:solidFill>
                  <a:srgbClr val="003750"/>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06" name="Google Shape;106;p24"/>
          <p:cNvSpPr txBox="1">
            <a:spLocks noGrp="1"/>
          </p:cNvSpPr>
          <p:nvPr>
            <p:ph type="body" idx="2"/>
          </p:nvPr>
        </p:nvSpPr>
        <p:spPr>
          <a:xfrm>
            <a:off x="438913" y="6302564"/>
            <a:ext cx="3902100" cy="348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000"/>
              <a:buFont typeface="Arial"/>
              <a:buNone/>
              <a:defRPr sz="2000" b="0" i="0" u="none" strike="noStrike" cap="none">
                <a:solidFill>
                  <a:schemeClr val="dk1"/>
                </a:solidFill>
                <a:latin typeface="Play"/>
                <a:ea typeface="Play"/>
                <a:cs typeface="Play"/>
                <a:sym typeface="Play"/>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_WHT">
  <p:cSld name="Title Slide_WHT">
    <p:bg>
      <p:bgPr>
        <a:blipFill>
          <a:blip r:embed="rId2">
            <a:alphaModFix/>
          </a:blip>
          <a:stretch>
            <a:fillRect/>
          </a:stretch>
        </a:blipFill>
        <a:effectLst/>
      </p:bgPr>
    </p:bg>
    <p:spTree>
      <p:nvGrpSpPr>
        <p:cNvPr id="1" name="Shape 107"/>
        <p:cNvGrpSpPr/>
        <p:nvPr/>
      </p:nvGrpSpPr>
      <p:grpSpPr>
        <a:xfrm>
          <a:off x="0" y="0"/>
          <a:ext cx="0" cy="0"/>
          <a:chOff x="0" y="0"/>
          <a:chExt cx="0" cy="0"/>
        </a:xfrm>
      </p:grpSpPr>
      <p:sp>
        <p:nvSpPr>
          <p:cNvPr id="108" name="Google Shape;108;p25"/>
          <p:cNvSpPr txBox="1">
            <a:spLocks noGrp="1"/>
          </p:cNvSpPr>
          <p:nvPr>
            <p:ph type="ctrTitle"/>
          </p:nvPr>
        </p:nvSpPr>
        <p:spPr>
          <a:xfrm>
            <a:off x="2762725" y="2828545"/>
            <a:ext cx="9144000" cy="1010700"/>
          </a:xfrm>
          <a:prstGeom prst="rect">
            <a:avLst/>
          </a:prstGeom>
          <a:noFill/>
          <a:ln>
            <a:noFill/>
          </a:ln>
        </p:spPr>
        <p:txBody>
          <a:bodyPr spcFirstLastPara="1" wrap="square" lIns="91425" tIns="45700" rIns="91425" bIns="45700" anchor="b" anchorCtr="0">
            <a:normAutofit/>
          </a:bodyPr>
          <a:lstStyle>
            <a:lvl1pPr lvl="0" algn="r" rtl="0">
              <a:lnSpc>
                <a:spcPct val="90000"/>
              </a:lnSpc>
              <a:spcBef>
                <a:spcPts val="0"/>
              </a:spcBef>
              <a:spcAft>
                <a:spcPts val="0"/>
              </a:spcAft>
              <a:buClr>
                <a:srgbClr val="003750"/>
              </a:buClr>
              <a:buSzPts val="5400"/>
              <a:buFont typeface="Arial"/>
              <a:buNone/>
              <a:defRPr sz="5400" b="0" i="0">
                <a:solidFill>
                  <a:srgbClr val="003750"/>
                </a:solidFill>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9" name="Google Shape;109;p25"/>
          <p:cNvSpPr txBox="1">
            <a:spLocks noGrp="1"/>
          </p:cNvSpPr>
          <p:nvPr>
            <p:ph type="subTitle" idx="1"/>
          </p:nvPr>
        </p:nvSpPr>
        <p:spPr>
          <a:xfrm>
            <a:off x="2762725" y="3690652"/>
            <a:ext cx="9144000" cy="433500"/>
          </a:xfrm>
          <a:prstGeom prst="rect">
            <a:avLst/>
          </a:prstGeom>
          <a:noFill/>
          <a:ln>
            <a:noFill/>
          </a:ln>
        </p:spPr>
        <p:txBody>
          <a:bodyPr spcFirstLastPara="1" wrap="square" lIns="91425" tIns="45700" rIns="91425" bIns="45700" anchor="t" anchorCtr="0">
            <a:noAutofit/>
          </a:bodyPr>
          <a:lstStyle>
            <a:lvl1pPr marR="0" lvl="0" algn="r" rtl="0">
              <a:lnSpc>
                <a:spcPct val="90000"/>
              </a:lnSpc>
              <a:spcBef>
                <a:spcPts val="1000"/>
              </a:spcBef>
              <a:spcAft>
                <a:spcPts val="0"/>
              </a:spcAft>
              <a:buClr>
                <a:srgbClr val="00A9DB"/>
              </a:buClr>
              <a:buSzPts val="2800"/>
              <a:buFont typeface="Arial"/>
              <a:buNone/>
              <a:defRPr sz="2800" b="0" i="0" u="none" strike="noStrike" cap="none">
                <a:solidFill>
                  <a:srgbClr val="00A9DB"/>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10" name="Google Shape;110;p25"/>
          <p:cNvSpPr txBox="1">
            <a:spLocks noGrp="1"/>
          </p:cNvSpPr>
          <p:nvPr>
            <p:ph type="body" idx="2"/>
          </p:nvPr>
        </p:nvSpPr>
        <p:spPr>
          <a:xfrm>
            <a:off x="8004651" y="6302564"/>
            <a:ext cx="3902100" cy="3483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rgbClr val="A8A7AB"/>
              </a:buClr>
              <a:buSzPts val="2000"/>
              <a:buFont typeface="Arial"/>
              <a:buNone/>
              <a:defRPr sz="2000" b="0" i="0" u="none" strike="noStrike" cap="none">
                <a:solidFill>
                  <a:srgbClr val="A8A7AB"/>
                </a:solidFill>
                <a:latin typeface="Play"/>
                <a:ea typeface="Play"/>
                <a:cs typeface="Play"/>
                <a:sym typeface="Play"/>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InfoSlideWithPic_DkBlue">
  <p:cSld name="InfoSlideWithPic_DkBlue">
    <p:bg>
      <p:bgPr>
        <a:blipFill>
          <a:blip r:embed="rId2">
            <a:alphaModFix/>
          </a:blip>
          <a:stretch>
            <a:fillRect/>
          </a:stretch>
        </a:blipFill>
        <a:effectLst/>
      </p:bgPr>
    </p:bg>
    <p:spTree>
      <p:nvGrpSpPr>
        <p:cNvPr id="1" name="Shape 111"/>
        <p:cNvGrpSpPr/>
        <p:nvPr/>
      </p:nvGrpSpPr>
      <p:grpSpPr>
        <a:xfrm>
          <a:off x="0" y="0"/>
          <a:ext cx="0" cy="0"/>
          <a:chOff x="0" y="0"/>
          <a:chExt cx="0" cy="0"/>
        </a:xfrm>
      </p:grpSpPr>
      <p:pic>
        <p:nvPicPr>
          <p:cNvPr id="112" name="Google Shape;112;p26"/>
          <p:cNvPicPr preferRelativeResize="0"/>
          <p:nvPr/>
        </p:nvPicPr>
        <p:blipFill rotWithShape="1">
          <a:blip r:embed="rId3">
            <a:alphaModFix/>
          </a:blip>
          <a:srcRect/>
          <a:stretch/>
        </p:blipFill>
        <p:spPr>
          <a:xfrm rot="10800000" flipH="1">
            <a:off x="3316941" y="6925"/>
            <a:ext cx="8875056" cy="6858001"/>
          </a:xfrm>
          <a:prstGeom prst="rect">
            <a:avLst/>
          </a:prstGeom>
          <a:noFill/>
          <a:ln>
            <a:noFill/>
          </a:ln>
        </p:spPr>
      </p:pic>
      <p:sp>
        <p:nvSpPr>
          <p:cNvPr id="113" name="Google Shape;113;p26"/>
          <p:cNvSpPr>
            <a:spLocks noGrp="1"/>
          </p:cNvSpPr>
          <p:nvPr>
            <p:ph type="pic" idx="2"/>
          </p:nvPr>
        </p:nvSpPr>
        <p:spPr>
          <a:xfrm>
            <a:off x="6102725" y="4"/>
            <a:ext cx="6098400" cy="6864900"/>
          </a:xfrm>
          <a:prstGeom prst="rect">
            <a:avLst/>
          </a:prstGeom>
          <a:solidFill>
            <a:srgbClr val="D8D8D8"/>
          </a:solidFill>
          <a:ln>
            <a:noFill/>
          </a:ln>
        </p:spPr>
      </p:sp>
      <p:sp>
        <p:nvSpPr>
          <p:cNvPr id="114" name="Google Shape;114;p26"/>
          <p:cNvSpPr txBox="1">
            <a:spLocks noGrp="1"/>
          </p:cNvSpPr>
          <p:nvPr>
            <p:ph type="body" idx="1"/>
          </p:nvPr>
        </p:nvSpPr>
        <p:spPr>
          <a:xfrm>
            <a:off x="660817" y="1964338"/>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5" name="Google Shape;115;p26"/>
          <p:cNvSpPr txBox="1">
            <a:spLocks noGrp="1"/>
          </p:cNvSpPr>
          <p:nvPr>
            <p:ph type="body" idx="3"/>
          </p:nvPr>
        </p:nvSpPr>
        <p:spPr>
          <a:xfrm>
            <a:off x="660400" y="280987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InfoSlideWithPics_LtBlue">
  <p:cSld name="InfoSlideWithPics_LtBlue">
    <p:bg>
      <p:bgPr>
        <a:blipFill>
          <a:blip r:embed="rId2">
            <a:alphaModFix/>
          </a:blip>
          <a:stretch>
            <a:fillRect/>
          </a:stretch>
        </a:blipFill>
        <a:effectLst/>
      </p:bgPr>
    </p:bg>
    <p:spTree>
      <p:nvGrpSpPr>
        <p:cNvPr id="1" name="Shape 116"/>
        <p:cNvGrpSpPr/>
        <p:nvPr/>
      </p:nvGrpSpPr>
      <p:grpSpPr>
        <a:xfrm>
          <a:off x="0" y="0"/>
          <a:ext cx="0" cy="0"/>
          <a:chOff x="0" y="0"/>
          <a:chExt cx="0" cy="0"/>
        </a:xfrm>
      </p:grpSpPr>
      <p:pic>
        <p:nvPicPr>
          <p:cNvPr id="117" name="Google Shape;117;p27"/>
          <p:cNvPicPr preferRelativeResize="0"/>
          <p:nvPr/>
        </p:nvPicPr>
        <p:blipFill rotWithShape="1">
          <a:blip r:embed="rId3">
            <a:alphaModFix/>
          </a:blip>
          <a:srcRect/>
          <a:stretch/>
        </p:blipFill>
        <p:spPr>
          <a:xfrm flipH="1">
            <a:off x="925610" y="0"/>
            <a:ext cx="8875056" cy="6858001"/>
          </a:xfrm>
          <a:prstGeom prst="rect">
            <a:avLst/>
          </a:prstGeom>
          <a:noFill/>
          <a:ln>
            <a:noFill/>
          </a:ln>
        </p:spPr>
      </p:pic>
      <p:sp>
        <p:nvSpPr>
          <p:cNvPr id="118" name="Google Shape;118;p27"/>
          <p:cNvSpPr txBox="1">
            <a:spLocks noGrp="1"/>
          </p:cNvSpPr>
          <p:nvPr>
            <p:ph type="body" idx="1"/>
          </p:nvPr>
        </p:nvSpPr>
        <p:spPr>
          <a:xfrm>
            <a:off x="660817" y="1964338"/>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9" name="Google Shape;119;p27"/>
          <p:cNvSpPr txBox="1">
            <a:spLocks noGrp="1"/>
          </p:cNvSpPr>
          <p:nvPr>
            <p:ph type="body" idx="2"/>
          </p:nvPr>
        </p:nvSpPr>
        <p:spPr>
          <a:xfrm>
            <a:off x="660400" y="280987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0" name="Google Shape;120;p27"/>
          <p:cNvSpPr>
            <a:spLocks noGrp="1"/>
          </p:cNvSpPr>
          <p:nvPr>
            <p:ph type="pic" idx="3"/>
          </p:nvPr>
        </p:nvSpPr>
        <p:spPr>
          <a:xfrm>
            <a:off x="7562850" y="2"/>
            <a:ext cx="4629300" cy="3429000"/>
          </a:xfrm>
          <a:prstGeom prst="rect">
            <a:avLst/>
          </a:prstGeom>
          <a:solidFill>
            <a:srgbClr val="D8D8D8"/>
          </a:solidFill>
          <a:ln>
            <a:noFill/>
          </a:ln>
        </p:spPr>
      </p:sp>
      <p:sp>
        <p:nvSpPr>
          <p:cNvPr id="121" name="Google Shape;121;p27"/>
          <p:cNvSpPr>
            <a:spLocks noGrp="1"/>
          </p:cNvSpPr>
          <p:nvPr>
            <p:ph type="pic" idx="4"/>
          </p:nvPr>
        </p:nvSpPr>
        <p:spPr>
          <a:xfrm>
            <a:off x="7562850" y="3429003"/>
            <a:ext cx="4629300" cy="3429000"/>
          </a:xfrm>
          <a:prstGeom prst="rect">
            <a:avLst/>
          </a:prstGeom>
          <a:solidFill>
            <a:srgbClr val="D8D8D8"/>
          </a:solid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InfoSlideWithPic_WHT">
  <p:cSld name="InfoSlideWithPic_WHT">
    <p:bg>
      <p:bgPr>
        <a:blipFill>
          <a:blip r:embed="rId2">
            <a:alphaModFix/>
          </a:blip>
          <a:stretch>
            <a:fillRect/>
          </a:stretch>
        </a:blipFill>
        <a:effectLst/>
      </p:bgPr>
    </p:bg>
    <p:spTree>
      <p:nvGrpSpPr>
        <p:cNvPr id="1" name="Shape 122"/>
        <p:cNvGrpSpPr/>
        <p:nvPr/>
      </p:nvGrpSpPr>
      <p:grpSpPr>
        <a:xfrm>
          <a:off x="0" y="0"/>
          <a:ext cx="0" cy="0"/>
          <a:chOff x="0" y="0"/>
          <a:chExt cx="0" cy="0"/>
        </a:xfrm>
      </p:grpSpPr>
      <p:pic>
        <p:nvPicPr>
          <p:cNvPr id="123" name="Google Shape;123;p28"/>
          <p:cNvPicPr preferRelativeResize="0"/>
          <p:nvPr/>
        </p:nvPicPr>
        <p:blipFill rotWithShape="1">
          <a:blip r:embed="rId3">
            <a:alphaModFix/>
          </a:blip>
          <a:srcRect/>
          <a:stretch/>
        </p:blipFill>
        <p:spPr>
          <a:xfrm>
            <a:off x="491427" y="-5681"/>
            <a:ext cx="8889763" cy="6869361"/>
          </a:xfrm>
          <a:prstGeom prst="rect">
            <a:avLst/>
          </a:prstGeom>
          <a:noFill/>
          <a:ln>
            <a:noFill/>
          </a:ln>
        </p:spPr>
      </p:pic>
      <p:sp>
        <p:nvSpPr>
          <p:cNvPr id="124" name="Google Shape;124;p28"/>
          <p:cNvSpPr txBox="1">
            <a:spLocks noGrp="1"/>
          </p:cNvSpPr>
          <p:nvPr>
            <p:ph type="body" idx="1"/>
          </p:nvPr>
        </p:nvSpPr>
        <p:spPr>
          <a:xfrm>
            <a:off x="5985170" y="1628670"/>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3750"/>
              </a:buClr>
              <a:buSzPts val="4000"/>
              <a:buFont typeface="Arial"/>
              <a:buNone/>
              <a:defRPr sz="4000" b="0" i="0"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5" name="Google Shape;125;p28"/>
          <p:cNvSpPr txBox="1">
            <a:spLocks noGrp="1"/>
          </p:cNvSpPr>
          <p:nvPr>
            <p:ph type="body" idx="2"/>
          </p:nvPr>
        </p:nvSpPr>
        <p:spPr>
          <a:xfrm>
            <a:off x="5984260" y="243215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A8A7AB"/>
              </a:buClr>
              <a:buSzPts val="1600"/>
              <a:buFont typeface="Arial"/>
              <a:buNone/>
              <a:defRPr sz="1600" b="0" i="0" u="none" strike="noStrike" cap="none">
                <a:solidFill>
                  <a:srgbClr val="A8A7AB"/>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6" name="Google Shape;126;p28"/>
          <p:cNvSpPr>
            <a:spLocks noGrp="1"/>
          </p:cNvSpPr>
          <p:nvPr>
            <p:ph type="pic" idx="3"/>
          </p:nvPr>
        </p:nvSpPr>
        <p:spPr>
          <a:xfrm>
            <a:off x="-4811" y="362100"/>
            <a:ext cx="3893100" cy="6124800"/>
          </a:xfrm>
          <a:prstGeom prst="rect">
            <a:avLst/>
          </a:prstGeom>
          <a:solidFill>
            <a:srgbClr val="D8D8D8"/>
          </a:solid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InfoSlide_DkBlue">
  <p:cSld name="InfoSlide_DkBlue">
    <p:bg>
      <p:bgPr>
        <a:blipFill>
          <a:blip r:embed="rId2">
            <a:alphaModFix/>
          </a:blip>
          <a:stretch>
            <a:fillRect/>
          </a:stretch>
        </a:blipFill>
        <a:effectLst/>
      </p:bgPr>
    </p:bg>
    <p:spTree>
      <p:nvGrpSpPr>
        <p:cNvPr id="1" name="Shape 127"/>
        <p:cNvGrpSpPr/>
        <p:nvPr/>
      </p:nvGrpSpPr>
      <p:grpSpPr>
        <a:xfrm>
          <a:off x="0" y="0"/>
          <a:ext cx="0" cy="0"/>
          <a:chOff x="0" y="0"/>
          <a:chExt cx="0" cy="0"/>
        </a:xfrm>
      </p:grpSpPr>
      <p:pic>
        <p:nvPicPr>
          <p:cNvPr id="128" name="Google Shape;128;p29"/>
          <p:cNvPicPr preferRelativeResize="0"/>
          <p:nvPr/>
        </p:nvPicPr>
        <p:blipFill rotWithShape="1">
          <a:blip r:embed="rId3">
            <a:alphaModFix/>
          </a:blip>
          <a:srcRect/>
          <a:stretch/>
        </p:blipFill>
        <p:spPr>
          <a:xfrm flipH="1">
            <a:off x="3316944" y="2"/>
            <a:ext cx="8875056" cy="6858001"/>
          </a:xfrm>
          <a:prstGeom prst="rect">
            <a:avLst/>
          </a:prstGeom>
          <a:noFill/>
          <a:ln>
            <a:noFill/>
          </a:ln>
        </p:spPr>
      </p:pic>
      <p:sp>
        <p:nvSpPr>
          <p:cNvPr id="129" name="Google Shape;129;p29"/>
          <p:cNvSpPr txBox="1">
            <a:spLocks noGrp="1"/>
          </p:cNvSpPr>
          <p:nvPr>
            <p:ph type="body" idx="1"/>
          </p:nvPr>
        </p:nvSpPr>
        <p:spPr>
          <a:xfrm>
            <a:off x="660817" y="1964338"/>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30" name="Google Shape;130;p29"/>
          <p:cNvSpPr txBox="1">
            <a:spLocks noGrp="1"/>
          </p:cNvSpPr>
          <p:nvPr>
            <p:ph type="body" idx="2"/>
          </p:nvPr>
        </p:nvSpPr>
        <p:spPr>
          <a:xfrm>
            <a:off x="660400" y="280987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InfoSlide_LtBlue">
  <p:cSld name="InfoSlide_LtBlue">
    <p:bg>
      <p:bgPr>
        <a:blipFill>
          <a:blip r:embed="rId2">
            <a:alphaModFix/>
          </a:blip>
          <a:stretch>
            <a:fillRect/>
          </a:stretch>
        </a:blipFill>
        <a:effectLst/>
      </p:bgPr>
    </p:bg>
    <p:spTree>
      <p:nvGrpSpPr>
        <p:cNvPr id="1" name="Shape 131"/>
        <p:cNvGrpSpPr/>
        <p:nvPr/>
      </p:nvGrpSpPr>
      <p:grpSpPr>
        <a:xfrm>
          <a:off x="0" y="0"/>
          <a:ext cx="0" cy="0"/>
          <a:chOff x="0" y="0"/>
          <a:chExt cx="0" cy="0"/>
        </a:xfrm>
      </p:grpSpPr>
      <p:sp>
        <p:nvSpPr>
          <p:cNvPr id="132" name="Google Shape;132;p30"/>
          <p:cNvSpPr txBox="1">
            <a:spLocks noGrp="1"/>
          </p:cNvSpPr>
          <p:nvPr>
            <p:ph type="body" idx="1"/>
          </p:nvPr>
        </p:nvSpPr>
        <p:spPr>
          <a:xfrm>
            <a:off x="660817" y="1964338"/>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33" name="Google Shape;133;p30"/>
          <p:cNvSpPr txBox="1">
            <a:spLocks noGrp="1"/>
          </p:cNvSpPr>
          <p:nvPr>
            <p:ph type="body" idx="2"/>
          </p:nvPr>
        </p:nvSpPr>
        <p:spPr>
          <a:xfrm>
            <a:off x="660400" y="280987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134" name="Google Shape;134;p30"/>
          <p:cNvPicPr preferRelativeResize="0"/>
          <p:nvPr/>
        </p:nvPicPr>
        <p:blipFill rotWithShape="1">
          <a:blip r:embed="rId3">
            <a:alphaModFix/>
          </a:blip>
          <a:srcRect/>
          <a:stretch/>
        </p:blipFill>
        <p:spPr>
          <a:xfrm flipH="1">
            <a:off x="3316944" y="2"/>
            <a:ext cx="8875056" cy="6858001"/>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2_InfoSlide_DkBlue">
  <p:cSld name="2_InfoSlide_DkBlue">
    <p:bg>
      <p:bgPr>
        <a:blipFill>
          <a:blip r:embed="rId2">
            <a:alphaModFix/>
          </a:blip>
          <a:stretch>
            <a:fillRect/>
          </a:stretch>
        </a:blipFill>
        <a:effectLst/>
      </p:bgPr>
    </p:bg>
    <p:spTree>
      <p:nvGrpSpPr>
        <p:cNvPr id="1" name="Shape 135"/>
        <p:cNvGrpSpPr/>
        <p:nvPr/>
      </p:nvGrpSpPr>
      <p:grpSpPr>
        <a:xfrm>
          <a:off x="0" y="0"/>
          <a:ext cx="0" cy="0"/>
          <a:chOff x="0" y="0"/>
          <a:chExt cx="0" cy="0"/>
        </a:xfrm>
      </p:grpSpPr>
      <p:pic>
        <p:nvPicPr>
          <p:cNvPr id="136" name="Google Shape;136;p31"/>
          <p:cNvPicPr preferRelativeResize="0"/>
          <p:nvPr/>
        </p:nvPicPr>
        <p:blipFill rotWithShape="1">
          <a:blip r:embed="rId3">
            <a:alphaModFix/>
          </a:blip>
          <a:srcRect/>
          <a:stretch/>
        </p:blipFill>
        <p:spPr>
          <a:xfrm>
            <a:off x="0" y="0"/>
            <a:ext cx="8875056" cy="6858001"/>
          </a:xfrm>
          <a:prstGeom prst="rect">
            <a:avLst/>
          </a:prstGeom>
          <a:noFill/>
          <a:ln>
            <a:noFill/>
          </a:ln>
        </p:spPr>
      </p:pic>
      <p:sp>
        <p:nvSpPr>
          <p:cNvPr id="137" name="Google Shape;137;p31"/>
          <p:cNvSpPr txBox="1">
            <a:spLocks noGrp="1"/>
          </p:cNvSpPr>
          <p:nvPr>
            <p:ph type="body" idx="1"/>
          </p:nvPr>
        </p:nvSpPr>
        <p:spPr>
          <a:xfrm>
            <a:off x="660817" y="2389745"/>
            <a:ext cx="5103000" cy="14646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rgbClr val="003750"/>
              </a:buClr>
              <a:buSzPts val="4000"/>
              <a:buFont typeface="Arial"/>
              <a:buNone/>
              <a:defRPr sz="4000" b="0" i="0"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38" name="Google Shape;138;p31"/>
          <p:cNvSpPr txBox="1">
            <a:spLocks noGrp="1"/>
          </p:cNvSpPr>
          <p:nvPr>
            <p:ph type="body" idx="2"/>
          </p:nvPr>
        </p:nvSpPr>
        <p:spPr>
          <a:xfrm>
            <a:off x="5998520" y="238974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A8A7AB"/>
              </a:buClr>
              <a:buSzPts val="1600"/>
              <a:buFont typeface="Arial"/>
              <a:buNone/>
              <a:defRPr sz="1600" b="0" i="0" u="none" strike="noStrike" cap="none">
                <a:solidFill>
                  <a:srgbClr val="A8A7AB"/>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Divider_DkBlue">
  <p:cSld name="SectionDivider_DkBlue">
    <p:bg>
      <p:bgPr>
        <a:blipFill>
          <a:blip r:embed="rId2">
            <a:alphaModFix/>
          </a:blip>
          <a:stretch>
            <a:fillRect/>
          </a:stretch>
        </a:blipFill>
        <a:effectLst/>
      </p:bgPr>
    </p:bg>
    <p:spTree>
      <p:nvGrpSpPr>
        <p:cNvPr id="1" name="Shape 139"/>
        <p:cNvGrpSpPr/>
        <p:nvPr/>
      </p:nvGrpSpPr>
      <p:grpSpPr>
        <a:xfrm>
          <a:off x="0" y="0"/>
          <a:ext cx="0" cy="0"/>
          <a:chOff x="0" y="0"/>
          <a:chExt cx="0" cy="0"/>
        </a:xfrm>
      </p:grpSpPr>
      <p:pic>
        <p:nvPicPr>
          <p:cNvPr id="140" name="Google Shape;140;p32"/>
          <p:cNvPicPr preferRelativeResize="0"/>
          <p:nvPr/>
        </p:nvPicPr>
        <p:blipFill rotWithShape="1">
          <a:blip r:embed="rId3">
            <a:alphaModFix/>
          </a:blip>
          <a:srcRect/>
          <a:stretch/>
        </p:blipFill>
        <p:spPr>
          <a:xfrm flipH="1">
            <a:off x="3316943" y="2"/>
            <a:ext cx="8875056" cy="6858001"/>
          </a:xfrm>
          <a:prstGeom prst="rect">
            <a:avLst/>
          </a:prstGeom>
          <a:noFill/>
          <a:ln>
            <a:noFill/>
          </a:ln>
        </p:spPr>
      </p:pic>
      <p:sp>
        <p:nvSpPr>
          <p:cNvPr id="141" name="Google Shape;141;p32"/>
          <p:cNvSpPr>
            <a:spLocks noGrp="1"/>
          </p:cNvSpPr>
          <p:nvPr>
            <p:ph type="pic" idx="2"/>
          </p:nvPr>
        </p:nvSpPr>
        <p:spPr>
          <a:xfrm>
            <a:off x="2" y="2057400"/>
            <a:ext cx="12192000" cy="2743200"/>
          </a:xfrm>
          <a:prstGeom prst="rect">
            <a:avLst/>
          </a:prstGeom>
          <a:solidFill>
            <a:srgbClr val="D8D8D8"/>
          </a:solidFill>
          <a:ln>
            <a:noFill/>
          </a:ln>
        </p:spPr>
      </p:sp>
      <p:sp>
        <p:nvSpPr>
          <p:cNvPr id="142" name="Google Shape;142;p32"/>
          <p:cNvSpPr txBox="1">
            <a:spLocks noGrp="1"/>
          </p:cNvSpPr>
          <p:nvPr>
            <p:ph type="body" idx="1"/>
          </p:nvPr>
        </p:nvSpPr>
        <p:spPr>
          <a:xfrm>
            <a:off x="0" y="5591964"/>
            <a:ext cx="12192000" cy="5040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Divider_WHT">
  <p:cSld name="SectionDivider_WHT">
    <p:bg>
      <p:bgPr>
        <a:blipFill>
          <a:blip r:embed="rId2">
            <a:alphaModFix/>
          </a:blip>
          <a:stretch>
            <a:fillRect/>
          </a:stretch>
        </a:blipFill>
        <a:effectLst/>
      </p:bgPr>
    </p:bg>
    <p:spTree>
      <p:nvGrpSpPr>
        <p:cNvPr id="1" name="Shape 143"/>
        <p:cNvGrpSpPr/>
        <p:nvPr/>
      </p:nvGrpSpPr>
      <p:grpSpPr>
        <a:xfrm>
          <a:off x="0" y="0"/>
          <a:ext cx="0" cy="0"/>
          <a:chOff x="0" y="0"/>
          <a:chExt cx="0" cy="0"/>
        </a:xfrm>
      </p:grpSpPr>
      <p:pic>
        <p:nvPicPr>
          <p:cNvPr id="144" name="Google Shape;144;p33"/>
          <p:cNvPicPr preferRelativeResize="0"/>
          <p:nvPr/>
        </p:nvPicPr>
        <p:blipFill rotWithShape="1">
          <a:blip r:embed="rId3">
            <a:alphaModFix/>
          </a:blip>
          <a:srcRect/>
          <a:stretch/>
        </p:blipFill>
        <p:spPr>
          <a:xfrm>
            <a:off x="7074568" y="0"/>
            <a:ext cx="8875056" cy="6858001"/>
          </a:xfrm>
          <a:prstGeom prst="rect">
            <a:avLst/>
          </a:prstGeom>
          <a:noFill/>
          <a:ln>
            <a:noFill/>
          </a:ln>
        </p:spPr>
      </p:pic>
      <p:sp>
        <p:nvSpPr>
          <p:cNvPr id="145" name="Google Shape;145;p33"/>
          <p:cNvSpPr/>
          <p:nvPr/>
        </p:nvSpPr>
        <p:spPr>
          <a:xfrm flipH="1">
            <a:off x="-3807445" y="0"/>
            <a:ext cx="8875200" cy="68580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33"/>
          <p:cNvSpPr>
            <a:spLocks noGrp="1"/>
          </p:cNvSpPr>
          <p:nvPr>
            <p:ph type="pic" idx="2"/>
          </p:nvPr>
        </p:nvSpPr>
        <p:spPr>
          <a:xfrm>
            <a:off x="2439679" y="0"/>
            <a:ext cx="7320900" cy="6864300"/>
          </a:xfrm>
          <a:prstGeom prst="rect">
            <a:avLst/>
          </a:prstGeom>
          <a:solidFill>
            <a:srgbClr val="D8D8D8"/>
          </a:solidFill>
          <a:ln>
            <a:noFill/>
          </a:ln>
        </p:spPr>
      </p:sp>
      <p:sp>
        <p:nvSpPr>
          <p:cNvPr id="147" name="Google Shape;147;p33"/>
          <p:cNvSpPr txBox="1">
            <a:spLocks noGrp="1"/>
          </p:cNvSpPr>
          <p:nvPr>
            <p:ph type="title"/>
          </p:nvPr>
        </p:nvSpPr>
        <p:spPr>
          <a:xfrm>
            <a:off x="6888938" y="2855226"/>
            <a:ext cx="5303100" cy="1147500"/>
          </a:xfrm>
          <a:prstGeom prst="rect">
            <a:avLst/>
          </a:prstGeom>
          <a:solidFill>
            <a:srgbClr val="003750"/>
          </a:solidFill>
          <a:ln>
            <a:noFill/>
          </a:ln>
        </p:spPr>
        <p:txBody>
          <a:bodyPr spcFirstLastPara="1" wrap="square" lIns="91425" tIns="45700" rIns="91425" bIns="45700" anchor="ctr" anchorCtr="0">
            <a:normAutofit/>
          </a:bodyPr>
          <a:lstStyle>
            <a:lvl1pPr lvl="0" algn="ctr" rtl="0">
              <a:lnSpc>
                <a:spcPct val="90000"/>
              </a:lnSpc>
              <a:spcBef>
                <a:spcPts val="0"/>
              </a:spcBef>
              <a:spcAft>
                <a:spcPts val="0"/>
              </a:spcAft>
              <a:buClr>
                <a:srgbClr val="F2F2F2"/>
              </a:buClr>
              <a:buSzPts val="3200"/>
              <a:buFont typeface="Arial"/>
              <a:buNone/>
              <a:defRPr sz="3200" b="0" i="0">
                <a:solidFill>
                  <a:srgbClr val="F2F2F2"/>
                </a:solidFill>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QuoteSlide_DkBlue">
  <p:cSld name="QuoteSlide_DkBlue">
    <p:bg>
      <p:bgPr>
        <a:blipFill>
          <a:blip r:embed="rId2">
            <a:alphaModFix/>
          </a:blip>
          <a:stretch>
            <a:fillRect/>
          </a:stretch>
        </a:blipFill>
        <a:effectLst/>
      </p:bgPr>
    </p:bg>
    <p:spTree>
      <p:nvGrpSpPr>
        <p:cNvPr id="1" name="Shape 148"/>
        <p:cNvGrpSpPr/>
        <p:nvPr/>
      </p:nvGrpSpPr>
      <p:grpSpPr>
        <a:xfrm>
          <a:off x="0" y="0"/>
          <a:ext cx="0" cy="0"/>
          <a:chOff x="0" y="0"/>
          <a:chExt cx="0" cy="0"/>
        </a:xfrm>
      </p:grpSpPr>
      <p:pic>
        <p:nvPicPr>
          <p:cNvPr id="149" name="Google Shape;149;p34"/>
          <p:cNvPicPr preferRelativeResize="0"/>
          <p:nvPr/>
        </p:nvPicPr>
        <p:blipFill rotWithShape="1">
          <a:blip r:embed="rId3">
            <a:alphaModFix/>
          </a:blip>
          <a:srcRect/>
          <a:stretch/>
        </p:blipFill>
        <p:spPr>
          <a:xfrm rot="10800000">
            <a:off x="4762750" y="4"/>
            <a:ext cx="7429250" cy="5740779"/>
          </a:xfrm>
          <a:prstGeom prst="rect">
            <a:avLst/>
          </a:prstGeom>
          <a:noFill/>
          <a:ln>
            <a:noFill/>
          </a:ln>
        </p:spPr>
      </p:pic>
      <p:sp>
        <p:nvSpPr>
          <p:cNvPr id="150" name="Google Shape;150;p34"/>
          <p:cNvSpPr txBox="1">
            <a:spLocks noGrp="1"/>
          </p:cNvSpPr>
          <p:nvPr>
            <p:ph type="body" idx="1"/>
          </p:nvPr>
        </p:nvSpPr>
        <p:spPr>
          <a:xfrm>
            <a:off x="1114425" y="2406651"/>
            <a:ext cx="5486400" cy="1808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400"/>
              <a:buFont typeface="Arial"/>
              <a:buNone/>
              <a:defRPr sz="4400" b="1" i="1"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1" i="1"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1" i="1"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1" name="Google Shape;151;p34"/>
          <p:cNvSpPr txBox="1"/>
          <p:nvPr/>
        </p:nvSpPr>
        <p:spPr>
          <a:xfrm>
            <a:off x="1061645" y="1353874"/>
            <a:ext cx="1148100" cy="264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600"/>
              <a:buFont typeface="Arial"/>
              <a:buNone/>
            </a:pPr>
            <a:r>
              <a:rPr lang="en-US" sz="16600" b="1" i="0" u="none" strike="noStrike" cap="none">
                <a:solidFill>
                  <a:srgbClr val="000000"/>
                </a:solidFill>
                <a:latin typeface="Play"/>
                <a:ea typeface="Play"/>
                <a:cs typeface="Play"/>
                <a:sym typeface="Play"/>
              </a:rPr>
              <a:t>“</a:t>
            </a:r>
            <a:endParaRPr sz="1400" b="0" i="0" u="none" strike="noStrike" cap="none">
              <a:solidFill>
                <a:srgbClr val="000000"/>
              </a:solidFill>
              <a:latin typeface="Arial"/>
              <a:ea typeface="Arial"/>
              <a:cs typeface="Arial"/>
              <a:sym typeface="Arial"/>
            </a:endParaRPr>
          </a:p>
        </p:txBody>
      </p:sp>
      <p:sp>
        <p:nvSpPr>
          <p:cNvPr id="152" name="Google Shape;152;p34"/>
          <p:cNvSpPr txBox="1">
            <a:spLocks noGrp="1"/>
          </p:cNvSpPr>
          <p:nvPr>
            <p:ph type="body" idx="2"/>
          </p:nvPr>
        </p:nvSpPr>
        <p:spPr>
          <a:xfrm>
            <a:off x="1127126" y="4214815"/>
            <a:ext cx="3994200" cy="36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800"/>
              <a:buFont typeface="Arial"/>
              <a:buNone/>
              <a:defRPr sz="18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3" name="Google Shape;153;p34"/>
          <p:cNvSpPr txBox="1">
            <a:spLocks noGrp="1"/>
          </p:cNvSpPr>
          <p:nvPr>
            <p:ph type="body" idx="3"/>
          </p:nvPr>
        </p:nvSpPr>
        <p:spPr>
          <a:xfrm>
            <a:off x="1127126" y="4524199"/>
            <a:ext cx="3994200" cy="36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400"/>
              <a:buFont typeface="Arial"/>
              <a:buNone/>
              <a:defRPr sz="14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SectionDivider_LtBlue">
  <p:cSld name="SectionDivider_LtBlue">
    <p:bg>
      <p:bgPr>
        <a:blipFill>
          <a:blip r:embed="rId2">
            <a:alphaModFix/>
          </a:blip>
          <a:stretch>
            <a:fillRect/>
          </a:stretch>
        </a:blipFill>
        <a:effectLst/>
      </p:bgPr>
    </p:bg>
    <p:spTree>
      <p:nvGrpSpPr>
        <p:cNvPr id="1" name="Shape 154"/>
        <p:cNvGrpSpPr/>
        <p:nvPr/>
      </p:nvGrpSpPr>
      <p:grpSpPr>
        <a:xfrm>
          <a:off x="0" y="0"/>
          <a:ext cx="0" cy="0"/>
          <a:chOff x="0" y="0"/>
          <a:chExt cx="0" cy="0"/>
        </a:xfrm>
      </p:grpSpPr>
      <p:sp>
        <p:nvSpPr>
          <p:cNvPr id="155" name="Google Shape;155;p35"/>
          <p:cNvSpPr txBox="1">
            <a:spLocks noGrp="1"/>
          </p:cNvSpPr>
          <p:nvPr>
            <p:ph type="body" idx="1"/>
          </p:nvPr>
        </p:nvSpPr>
        <p:spPr>
          <a:xfrm>
            <a:off x="0" y="3176982"/>
            <a:ext cx="12192000" cy="5040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156" name="Google Shape;156;p35"/>
          <p:cNvPicPr preferRelativeResize="0"/>
          <p:nvPr/>
        </p:nvPicPr>
        <p:blipFill rotWithShape="1">
          <a:blip r:embed="rId3">
            <a:alphaModFix/>
          </a:blip>
          <a:srcRect/>
          <a:stretch/>
        </p:blipFill>
        <p:spPr>
          <a:xfrm>
            <a:off x="3316941" y="2"/>
            <a:ext cx="8875056" cy="6858001"/>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QuoteSlide_LtBlue">
  <p:cSld name="QuoteSlide_LtBlue">
    <p:bg>
      <p:bgPr>
        <a:blipFill>
          <a:blip r:embed="rId2">
            <a:alphaModFix/>
          </a:blip>
          <a:stretch>
            <a:fillRect/>
          </a:stretch>
        </a:blipFill>
        <a:effectLst/>
      </p:bgPr>
    </p:bg>
    <p:spTree>
      <p:nvGrpSpPr>
        <p:cNvPr id="1" name="Shape 157"/>
        <p:cNvGrpSpPr/>
        <p:nvPr/>
      </p:nvGrpSpPr>
      <p:grpSpPr>
        <a:xfrm>
          <a:off x="0" y="0"/>
          <a:ext cx="0" cy="0"/>
          <a:chOff x="0" y="0"/>
          <a:chExt cx="0" cy="0"/>
        </a:xfrm>
      </p:grpSpPr>
      <p:pic>
        <p:nvPicPr>
          <p:cNvPr id="158" name="Google Shape;158;p36"/>
          <p:cNvPicPr preferRelativeResize="0"/>
          <p:nvPr/>
        </p:nvPicPr>
        <p:blipFill rotWithShape="1">
          <a:blip r:embed="rId3">
            <a:alphaModFix/>
          </a:blip>
          <a:srcRect/>
          <a:stretch/>
        </p:blipFill>
        <p:spPr>
          <a:xfrm flipH="1">
            <a:off x="3316944" y="2"/>
            <a:ext cx="8875056" cy="6858001"/>
          </a:xfrm>
          <a:prstGeom prst="rect">
            <a:avLst/>
          </a:prstGeom>
          <a:noFill/>
          <a:ln>
            <a:noFill/>
          </a:ln>
        </p:spPr>
      </p:pic>
      <p:sp>
        <p:nvSpPr>
          <p:cNvPr id="159" name="Google Shape;159;p36"/>
          <p:cNvSpPr txBox="1">
            <a:spLocks noGrp="1"/>
          </p:cNvSpPr>
          <p:nvPr>
            <p:ph type="body" idx="1"/>
          </p:nvPr>
        </p:nvSpPr>
        <p:spPr>
          <a:xfrm>
            <a:off x="1114425" y="2406651"/>
            <a:ext cx="5486400" cy="1808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3750"/>
              </a:buClr>
              <a:buSzPts val="4400"/>
              <a:buFont typeface="Arial"/>
              <a:buNone/>
              <a:defRPr sz="4400" b="1" i="1"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1" i="1"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1" i="1"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0" name="Google Shape;160;p36"/>
          <p:cNvSpPr txBox="1"/>
          <p:nvPr/>
        </p:nvSpPr>
        <p:spPr>
          <a:xfrm>
            <a:off x="1061645" y="1353874"/>
            <a:ext cx="1148100" cy="264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600"/>
              <a:buFont typeface="Arial"/>
              <a:buNone/>
            </a:pPr>
            <a:r>
              <a:rPr lang="en-US" sz="16600" b="1" i="0" u="none" strike="noStrike" cap="none">
                <a:solidFill>
                  <a:srgbClr val="000000"/>
                </a:solidFill>
                <a:latin typeface="Play"/>
                <a:ea typeface="Play"/>
                <a:cs typeface="Play"/>
                <a:sym typeface="Play"/>
              </a:rPr>
              <a:t>“</a:t>
            </a:r>
            <a:endParaRPr sz="1400" b="0" i="0" u="none" strike="noStrike" cap="none">
              <a:solidFill>
                <a:srgbClr val="000000"/>
              </a:solidFill>
              <a:latin typeface="Arial"/>
              <a:ea typeface="Arial"/>
              <a:cs typeface="Arial"/>
              <a:sym typeface="Arial"/>
            </a:endParaRPr>
          </a:p>
        </p:txBody>
      </p:sp>
      <p:sp>
        <p:nvSpPr>
          <p:cNvPr id="161" name="Google Shape;161;p36"/>
          <p:cNvSpPr txBox="1">
            <a:spLocks noGrp="1"/>
          </p:cNvSpPr>
          <p:nvPr>
            <p:ph type="body" idx="2"/>
          </p:nvPr>
        </p:nvSpPr>
        <p:spPr>
          <a:xfrm>
            <a:off x="1127126" y="4214815"/>
            <a:ext cx="3994200" cy="36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800"/>
              <a:buFont typeface="Arial"/>
              <a:buNone/>
              <a:defRPr sz="18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2" name="Google Shape;162;p36"/>
          <p:cNvSpPr txBox="1">
            <a:spLocks noGrp="1"/>
          </p:cNvSpPr>
          <p:nvPr>
            <p:ph type="body" idx="3"/>
          </p:nvPr>
        </p:nvSpPr>
        <p:spPr>
          <a:xfrm>
            <a:off x="1127126" y="4524199"/>
            <a:ext cx="3994200" cy="36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400"/>
              <a:buFont typeface="Arial"/>
              <a:buNone/>
              <a:defRPr sz="14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woHexImages_DkBlue">
  <p:cSld name="TwoHexImages_DkBlue">
    <p:bg>
      <p:bgPr>
        <a:blipFill>
          <a:blip r:embed="rId2">
            <a:alphaModFix/>
          </a:blip>
          <a:stretch>
            <a:fillRect/>
          </a:stretch>
        </a:blipFill>
        <a:effectLst/>
      </p:bgPr>
    </p:bg>
    <p:spTree>
      <p:nvGrpSpPr>
        <p:cNvPr id="1" name="Shape 163"/>
        <p:cNvGrpSpPr/>
        <p:nvPr/>
      </p:nvGrpSpPr>
      <p:grpSpPr>
        <a:xfrm>
          <a:off x="0" y="0"/>
          <a:ext cx="0" cy="0"/>
          <a:chOff x="0" y="0"/>
          <a:chExt cx="0" cy="0"/>
        </a:xfrm>
      </p:grpSpPr>
      <p:pic>
        <p:nvPicPr>
          <p:cNvPr id="164" name="Google Shape;164;p37"/>
          <p:cNvPicPr preferRelativeResize="0"/>
          <p:nvPr/>
        </p:nvPicPr>
        <p:blipFill rotWithShape="1">
          <a:blip r:embed="rId3">
            <a:alphaModFix/>
          </a:blip>
          <a:srcRect/>
          <a:stretch/>
        </p:blipFill>
        <p:spPr>
          <a:xfrm>
            <a:off x="6342229" y="2"/>
            <a:ext cx="8875056" cy="6858001"/>
          </a:xfrm>
          <a:prstGeom prst="rect">
            <a:avLst/>
          </a:prstGeom>
          <a:noFill/>
          <a:ln>
            <a:noFill/>
          </a:ln>
        </p:spPr>
      </p:pic>
      <p:pic>
        <p:nvPicPr>
          <p:cNvPr id="165" name="Google Shape;165;p37"/>
          <p:cNvPicPr preferRelativeResize="0"/>
          <p:nvPr/>
        </p:nvPicPr>
        <p:blipFill rotWithShape="1">
          <a:blip r:embed="rId4">
            <a:alphaModFix/>
          </a:blip>
          <a:srcRect/>
          <a:stretch/>
        </p:blipFill>
        <p:spPr>
          <a:xfrm rot="10800000">
            <a:off x="-1281187" y="3948699"/>
            <a:ext cx="9091863" cy="7025530"/>
          </a:xfrm>
          <a:prstGeom prst="rect">
            <a:avLst/>
          </a:prstGeom>
          <a:noFill/>
          <a:ln>
            <a:noFill/>
          </a:ln>
        </p:spPr>
      </p:pic>
      <p:sp>
        <p:nvSpPr>
          <p:cNvPr id="166" name="Google Shape;166;p37"/>
          <p:cNvSpPr>
            <a:spLocks noGrp="1"/>
          </p:cNvSpPr>
          <p:nvPr>
            <p:ph type="pic" idx="2"/>
          </p:nvPr>
        </p:nvSpPr>
        <p:spPr>
          <a:xfrm>
            <a:off x="5999562" y="2991328"/>
            <a:ext cx="4033200" cy="3897300"/>
          </a:xfrm>
          <a:prstGeom prst="rect">
            <a:avLst/>
          </a:prstGeom>
          <a:solidFill>
            <a:srgbClr val="D8D8D8"/>
          </a:solidFill>
          <a:ln w="57150" cap="flat" cmpd="sng">
            <a:solidFill>
              <a:srgbClr val="00A9DB">
                <a:alpha val="74510"/>
              </a:srgbClr>
            </a:solidFill>
            <a:prstDash val="solid"/>
            <a:round/>
            <a:headEnd type="none" w="sm" len="sm"/>
            <a:tailEnd type="none" w="sm" len="sm"/>
          </a:ln>
        </p:spPr>
      </p:sp>
      <p:sp>
        <p:nvSpPr>
          <p:cNvPr id="167" name="Google Shape;167;p37"/>
          <p:cNvSpPr>
            <a:spLocks noGrp="1"/>
          </p:cNvSpPr>
          <p:nvPr>
            <p:ph type="pic" idx="3"/>
          </p:nvPr>
        </p:nvSpPr>
        <p:spPr>
          <a:xfrm>
            <a:off x="2081285" y="-20320"/>
            <a:ext cx="5187600" cy="5254800"/>
          </a:xfrm>
          <a:prstGeom prst="rect">
            <a:avLst/>
          </a:prstGeom>
          <a:solidFill>
            <a:srgbClr val="D8D8D8"/>
          </a:solidFill>
          <a:ln w="57150" cap="flat" cmpd="sng">
            <a:solidFill>
              <a:srgbClr val="00A9DB">
                <a:alpha val="74510"/>
              </a:srgbClr>
            </a:solidFill>
            <a:prstDash val="solid"/>
            <a:round/>
            <a:headEnd type="none" w="sm" len="sm"/>
            <a:tailEnd type="none" w="sm" len="sm"/>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woHexImages_WHT">
  <p:cSld name="TwoHexImages_WHT">
    <p:bg>
      <p:bgPr>
        <a:blipFill>
          <a:blip r:embed="rId2">
            <a:alphaModFix/>
          </a:blip>
          <a:stretch>
            <a:fillRect/>
          </a:stretch>
        </a:blipFill>
        <a:effectLst/>
      </p:bgPr>
    </p:bg>
    <p:spTree>
      <p:nvGrpSpPr>
        <p:cNvPr id="1" name="Shape 168"/>
        <p:cNvGrpSpPr/>
        <p:nvPr/>
      </p:nvGrpSpPr>
      <p:grpSpPr>
        <a:xfrm>
          <a:off x="0" y="0"/>
          <a:ext cx="0" cy="0"/>
          <a:chOff x="0" y="0"/>
          <a:chExt cx="0" cy="0"/>
        </a:xfrm>
      </p:grpSpPr>
      <p:pic>
        <p:nvPicPr>
          <p:cNvPr id="169" name="Google Shape;169;p38"/>
          <p:cNvPicPr preferRelativeResize="0"/>
          <p:nvPr/>
        </p:nvPicPr>
        <p:blipFill rotWithShape="1">
          <a:blip r:embed="rId3">
            <a:alphaModFix/>
          </a:blip>
          <a:srcRect/>
          <a:stretch/>
        </p:blipFill>
        <p:spPr>
          <a:xfrm>
            <a:off x="6017109" y="2"/>
            <a:ext cx="8875056" cy="6858001"/>
          </a:xfrm>
          <a:prstGeom prst="rect">
            <a:avLst/>
          </a:prstGeom>
          <a:noFill/>
          <a:ln>
            <a:noFill/>
          </a:ln>
        </p:spPr>
      </p:pic>
      <p:sp>
        <p:nvSpPr>
          <p:cNvPr id="170" name="Google Shape;170;p38"/>
          <p:cNvSpPr/>
          <p:nvPr/>
        </p:nvSpPr>
        <p:spPr>
          <a:xfrm rot="10800000">
            <a:off x="-2104349" y="-30336"/>
            <a:ext cx="8875200" cy="48126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38"/>
          <p:cNvSpPr>
            <a:spLocks noGrp="1"/>
          </p:cNvSpPr>
          <p:nvPr>
            <p:ph type="pic" idx="2"/>
          </p:nvPr>
        </p:nvSpPr>
        <p:spPr>
          <a:xfrm>
            <a:off x="2333322" y="2991328"/>
            <a:ext cx="4033200" cy="3897300"/>
          </a:xfrm>
          <a:prstGeom prst="rect">
            <a:avLst/>
          </a:prstGeom>
          <a:solidFill>
            <a:srgbClr val="D8D8D8"/>
          </a:solidFill>
          <a:ln w="57150" cap="flat" cmpd="sng">
            <a:solidFill>
              <a:srgbClr val="00A9DB">
                <a:alpha val="74510"/>
              </a:srgbClr>
            </a:solidFill>
            <a:prstDash val="solid"/>
            <a:round/>
            <a:headEnd type="none" w="sm" len="sm"/>
            <a:tailEnd type="none" w="sm" len="sm"/>
          </a:ln>
        </p:spPr>
      </p:sp>
      <p:sp>
        <p:nvSpPr>
          <p:cNvPr id="172" name="Google Shape;172;p38"/>
          <p:cNvSpPr>
            <a:spLocks noGrp="1"/>
          </p:cNvSpPr>
          <p:nvPr>
            <p:ph type="pic" idx="3"/>
          </p:nvPr>
        </p:nvSpPr>
        <p:spPr>
          <a:xfrm>
            <a:off x="4214885" y="-71120"/>
            <a:ext cx="5187600" cy="5254800"/>
          </a:xfrm>
          <a:prstGeom prst="rect">
            <a:avLst/>
          </a:prstGeom>
          <a:solidFill>
            <a:srgbClr val="D8D8D8"/>
          </a:solidFill>
          <a:ln w="57150" cap="flat" cmpd="sng">
            <a:solidFill>
              <a:srgbClr val="00A9DB">
                <a:alpha val="74510"/>
              </a:srgbClr>
            </a:solidFill>
            <a:prstDash val="solid"/>
            <a:round/>
            <a:headEnd type="none" w="sm" len="sm"/>
            <a:tailEnd type="none" w="sm" len="sm"/>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AgendaSlide_WHT">
  <p:cSld name="AgendaSlide_WHT">
    <p:bg>
      <p:bgPr>
        <a:blipFill>
          <a:blip r:embed="rId2">
            <a:alphaModFix/>
          </a:blip>
          <a:stretch>
            <a:fillRect/>
          </a:stretch>
        </a:blipFill>
        <a:effectLst/>
      </p:bgPr>
    </p:bg>
    <p:spTree>
      <p:nvGrpSpPr>
        <p:cNvPr id="1" name="Shape 173"/>
        <p:cNvGrpSpPr/>
        <p:nvPr/>
      </p:nvGrpSpPr>
      <p:grpSpPr>
        <a:xfrm>
          <a:off x="0" y="0"/>
          <a:ext cx="0" cy="0"/>
          <a:chOff x="0" y="0"/>
          <a:chExt cx="0" cy="0"/>
        </a:xfrm>
      </p:grpSpPr>
      <p:sp>
        <p:nvSpPr>
          <p:cNvPr id="174" name="Google Shape;174;p39"/>
          <p:cNvSpPr txBox="1">
            <a:spLocks noGrp="1"/>
          </p:cNvSpPr>
          <p:nvPr>
            <p:ph type="title"/>
          </p:nvPr>
        </p:nvSpPr>
        <p:spPr>
          <a:xfrm>
            <a:off x="838200" y="1330326"/>
            <a:ext cx="5257800" cy="933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rgbClr val="003750"/>
              </a:buClr>
              <a:buSzPts val="4000"/>
              <a:buFont typeface="Arial"/>
              <a:buNone/>
              <a:defRPr sz="4000" b="0" i="0">
                <a:solidFill>
                  <a:srgbClr val="003750"/>
                </a:solidFill>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75" name="Google Shape;175;p39"/>
          <p:cNvSpPr txBox="1">
            <a:spLocks noGrp="1"/>
          </p:cNvSpPr>
          <p:nvPr>
            <p:ph type="body" idx="1"/>
          </p:nvPr>
        </p:nvSpPr>
        <p:spPr>
          <a:xfrm>
            <a:off x="838200" y="2387602"/>
            <a:ext cx="5257800" cy="3527400"/>
          </a:xfrm>
          <a:prstGeom prst="rect">
            <a:avLst/>
          </a:prstGeom>
          <a:noFill/>
          <a:ln>
            <a:noFill/>
          </a:ln>
        </p:spPr>
        <p:txBody>
          <a:bodyPr spcFirstLastPara="1" wrap="square" lIns="91425" tIns="45700" rIns="91425" bIns="45700" anchor="t" anchorCtr="0">
            <a:noAutofit/>
          </a:bodyPr>
          <a:lstStyle>
            <a:lvl1pPr marL="457200" marR="0" lvl="0" indent="-355600" algn="l" rtl="0">
              <a:lnSpc>
                <a:spcPct val="90000"/>
              </a:lnSpc>
              <a:spcBef>
                <a:spcPts val="1000"/>
              </a:spcBef>
              <a:spcAft>
                <a:spcPts val="0"/>
              </a:spcAft>
              <a:buClr>
                <a:srgbClr val="00A9DB"/>
              </a:buClr>
              <a:buSzPts val="2000"/>
              <a:buFont typeface="Arial"/>
              <a:buChar char="•"/>
              <a:defRPr sz="2000" b="0" i="0" u="none" strike="noStrike" cap="none">
                <a:solidFill>
                  <a:srgbClr val="00A9DB"/>
                </a:solidFill>
                <a:latin typeface="Arial"/>
                <a:ea typeface="Arial"/>
                <a:cs typeface="Arial"/>
                <a:sym typeface="Arial"/>
              </a:defRPr>
            </a:lvl1pPr>
            <a:lvl2pPr marL="914400" marR="0" lvl="1" indent="-342900" algn="l" rtl="0">
              <a:lnSpc>
                <a:spcPct val="90000"/>
              </a:lnSpc>
              <a:spcBef>
                <a:spcPts val="500"/>
              </a:spcBef>
              <a:spcAft>
                <a:spcPts val="0"/>
              </a:spcAft>
              <a:buClr>
                <a:srgbClr val="00A9DB"/>
              </a:buClr>
              <a:buSzPts val="1800"/>
              <a:buFont typeface="Arial"/>
              <a:buChar char="•"/>
              <a:defRPr sz="1800" b="0" i="0" u="none" strike="noStrike" cap="none">
                <a:solidFill>
                  <a:srgbClr val="00A9DB"/>
                </a:solidFill>
                <a:latin typeface="Arial"/>
                <a:ea typeface="Arial"/>
                <a:cs typeface="Arial"/>
                <a:sym typeface="Arial"/>
              </a:defRPr>
            </a:lvl2pPr>
            <a:lvl3pPr marL="1371600" marR="0" lvl="2" indent="-330200" algn="l" rtl="0">
              <a:lnSpc>
                <a:spcPct val="90000"/>
              </a:lnSpc>
              <a:spcBef>
                <a:spcPts val="500"/>
              </a:spcBef>
              <a:spcAft>
                <a:spcPts val="0"/>
              </a:spcAft>
              <a:buClr>
                <a:srgbClr val="00A9DB"/>
              </a:buClr>
              <a:buSzPts val="1600"/>
              <a:buFont typeface="Arial"/>
              <a:buChar char="•"/>
              <a:defRPr sz="1600" b="0" i="0" u="none" strike="noStrike" cap="none">
                <a:solidFill>
                  <a:srgbClr val="00A9DB"/>
                </a:solidFill>
                <a:latin typeface="Arial"/>
                <a:ea typeface="Arial"/>
                <a:cs typeface="Arial"/>
                <a:sym typeface="Arial"/>
              </a:defRPr>
            </a:lvl3pPr>
            <a:lvl4pPr marL="1828800" marR="0" lvl="3" indent="-317500" algn="l" rtl="0">
              <a:lnSpc>
                <a:spcPct val="90000"/>
              </a:lnSpc>
              <a:spcBef>
                <a:spcPts val="500"/>
              </a:spcBef>
              <a:spcAft>
                <a:spcPts val="0"/>
              </a:spcAft>
              <a:buClr>
                <a:srgbClr val="00A9DB"/>
              </a:buClr>
              <a:buSzPts val="1400"/>
              <a:buFont typeface="Arial"/>
              <a:buChar char="•"/>
              <a:defRPr sz="1400" b="0" i="0" u="none" strike="noStrike" cap="none">
                <a:solidFill>
                  <a:srgbClr val="00A9DB"/>
                </a:solidFill>
                <a:latin typeface="Arial"/>
                <a:ea typeface="Arial"/>
                <a:cs typeface="Arial"/>
                <a:sym typeface="Arial"/>
              </a:defRPr>
            </a:lvl4pPr>
            <a:lvl5pPr marL="2286000" marR="0" lvl="4" indent="-317500" algn="l" rtl="0">
              <a:lnSpc>
                <a:spcPct val="90000"/>
              </a:lnSpc>
              <a:spcBef>
                <a:spcPts val="500"/>
              </a:spcBef>
              <a:spcAft>
                <a:spcPts val="0"/>
              </a:spcAft>
              <a:buClr>
                <a:srgbClr val="00A9DB"/>
              </a:buClr>
              <a:buSzPts val="1400"/>
              <a:buFont typeface="Arial"/>
              <a:buChar char="•"/>
              <a:defRPr sz="1400" b="0" i="0" u="none" strike="noStrike" cap="none">
                <a:solidFill>
                  <a:srgbClr val="00A9DB"/>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176" name="Google Shape;176;p39"/>
          <p:cNvPicPr preferRelativeResize="0"/>
          <p:nvPr/>
        </p:nvPicPr>
        <p:blipFill rotWithShape="1">
          <a:blip r:embed="rId3">
            <a:alphaModFix/>
          </a:blip>
          <a:srcRect/>
          <a:stretch/>
        </p:blipFill>
        <p:spPr>
          <a:xfrm rot="10800000">
            <a:off x="3316944" y="-1"/>
            <a:ext cx="8875056" cy="6858001"/>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tatSlide_WHT">
  <p:cSld name="StatSlide_WHT">
    <p:bg>
      <p:bgPr>
        <a:blipFill>
          <a:blip r:embed="rId2">
            <a:alphaModFix/>
          </a:blip>
          <a:stretch>
            <a:fillRect/>
          </a:stretch>
        </a:blipFill>
        <a:effectLst/>
      </p:bgPr>
    </p:bg>
    <p:spTree>
      <p:nvGrpSpPr>
        <p:cNvPr id="1" name="Shape 177"/>
        <p:cNvGrpSpPr/>
        <p:nvPr/>
      </p:nvGrpSpPr>
      <p:grpSpPr>
        <a:xfrm>
          <a:off x="0" y="0"/>
          <a:ext cx="0" cy="0"/>
          <a:chOff x="0" y="0"/>
          <a:chExt cx="0" cy="0"/>
        </a:xfrm>
      </p:grpSpPr>
      <p:pic>
        <p:nvPicPr>
          <p:cNvPr id="178" name="Google Shape;178;p40"/>
          <p:cNvPicPr preferRelativeResize="0"/>
          <p:nvPr/>
        </p:nvPicPr>
        <p:blipFill rotWithShape="1">
          <a:blip r:embed="rId3">
            <a:alphaModFix/>
          </a:blip>
          <a:srcRect/>
          <a:stretch/>
        </p:blipFill>
        <p:spPr>
          <a:xfrm rot="10800000" flipH="1">
            <a:off x="3316941" y="-1"/>
            <a:ext cx="8875056" cy="6858001"/>
          </a:xfrm>
          <a:prstGeom prst="rect">
            <a:avLst/>
          </a:prstGeom>
          <a:noFill/>
          <a:ln>
            <a:noFill/>
          </a:ln>
        </p:spPr>
      </p:pic>
      <p:sp>
        <p:nvSpPr>
          <p:cNvPr id="179" name="Google Shape;179;p40"/>
          <p:cNvSpPr txBox="1">
            <a:spLocks noGrp="1"/>
          </p:cNvSpPr>
          <p:nvPr>
            <p:ph type="title"/>
          </p:nvPr>
        </p:nvSpPr>
        <p:spPr>
          <a:xfrm>
            <a:off x="-1" y="2040584"/>
            <a:ext cx="7473900" cy="1993200"/>
          </a:xfrm>
          <a:prstGeom prst="rect">
            <a:avLst/>
          </a:prstGeom>
          <a:noFill/>
          <a:ln>
            <a:noFill/>
          </a:ln>
        </p:spPr>
        <p:txBody>
          <a:bodyPr spcFirstLastPara="1" wrap="square" lIns="91425" tIns="45700" rIns="91425" bIns="45700" anchor="ctr" anchorCtr="0">
            <a:normAutofit/>
          </a:bodyPr>
          <a:lstStyle>
            <a:lvl1pPr lvl="0" algn="r" rtl="0">
              <a:lnSpc>
                <a:spcPct val="90000"/>
              </a:lnSpc>
              <a:spcBef>
                <a:spcPts val="0"/>
              </a:spcBef>
              <a:spcAft>
                <a:spcPts val="0"/>
              </a:spcAft>
              <a:buSzPts val="15000"/>
              <a:buFont typeface="Arial"/>
              <a:buNone/>
              <a:defRPr sz="15000" b="0" i="0">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80" name="Google Shape;180;p40"/>
          <p:cNvSpPr txBox="1">
            <a:spLocks noGrp="1"/>
          </p:cNvSpPr>
          <p:nvPr>
            <p:ph type="body" idx="1"/>
          </p:nvPr>
        </p:nvSpPr>
        <p:spPr>
          <a:xfrm>
            <a:off x="4560635" y="3547360"/>
            <a:ext cx="7473900" cy="612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3750"/>
              </a:buClr>
              <a:buSzPts val="3600"/>
              <a:buFont typeface="Arial"/>
              <a:buNone/>
              <a:defRPr sz="3600" b="0" i="0"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StatSlide_DkBlue">
  <p:cSld name="StatSlide_DkBlue">
    <p:bg>
      <p:bgPr>
        <a:blipFill>
          <a:blip r:embed="rId2">
            <a:alphaModFix/>
          </a:blip>
          <a:stretch>
            <a:fillRect/>
          </a:stretch>
        </a:blipFill>
        <a:effectLst/>
      </p:bgPr>
    </p:bg>
    <p:spTree>
      <p:nvGrpSpPr>
        <p:cNvPr id="1" name="Shape 181"/>
        <p:cNvGrpSpPr/>
        <p:nvPr/>
      </p:nvGrpSpPr>
      <p:grpSpPr>
        <a:xfrm>
          <a:off x="0" y="0"/>
          <a:ext cx="0" cy="0"/>
          <a:chOff x="0" y="0"/>
          <a:chExt cx="0" cy="0"/>
        </a:xfrm>
      </p:grpSpPr>
      <p:pic>
        <p:nvPicPr>
          <p:cNvPr id="182" name="Google Shape;182;p41"/>
          <p:cNvPicPr preferRelativeResize="0"/>
          <p:nvPr/>
        </p:nvPicPr>
        <p:blipFill rotWithShape="1">
          <a:blip r:embed="rId3">
            <a:alphaModFix/>
          </a:blip>
          <a:srcRect/>
          <a:stretch/>
        </p:blipFill>
        <p:spPr>
          <a:xfrm rot="10800000">
            <a:off x="4183218" y="0"/>
            <a:ext cx="8875056" cy="6858001"/>
          </a:xfrm>
          <a:prstGeom prst="rect">
            <a:avLst/>
          </a:prstGeom>
          <a:noFill/>
          <a:ln>
            <a:noFill/>
          </a:ln>
        </p:spPr>
      </p:pic>
      <p:sp>
        <p:nvSpPr>
          <p:cNvPr id="183" name="Google Shape;183;p41"/>
          <p:cNvSpPr txBox="1">
            <a:spLocks noGrp="1"/>
          </p:cNvSpPr>
          <p:nvPr>
            <p:ph type="title"/>
          </p:nvPr>
        </p:nvSpPr>
        <p:spPr>
          <a:xfrm>
            <a:off x="-1" y="2442920"/>
            <a:ext cx="7473900" cy="1993200"/>
          </a:xfrm>
          <a:prstGeom prst="rect">
            <a:avLst/>
          </a:prstGeom>
          <a:noFill/>
          <a:ln>
            <a:noFill/>
          </a:ln>
        </p:spPr>
        <p:txBody>
          <a:bodyPr spcFirstLastPara="1" wrap="square" lIns="91425" tIns="45700" rIns="91425" bIns="45700" anchor="ctr" anchorCtr="0">
            <a:normAutofit/>
          </a:bodyPr>
          <a:lstStyle>
            <a:lvl1pPr lvl="0" algn="r" rtl="0">
              <a:lnSpc>
                <a:spcPct val="90000"/>
              </a:lnSpc>
              <a:spcBef>
                <a:spcPts val="0"/>
              </a:spcBef>
              <a:spcAft>
                <a:spcPts val="0"/>
              </a:spcAft>
              <a:buSzPts val="15000"/>
              <a:buFont typeface="Arial"/>
              <a:buNone/>
              <a:defRPr sz="15000" b="0" i="0">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84" name="Google Shape;184;p41"/>
          <p:cNvSpPr txBox="1">
            <a:spLocks noGrp="1"/>
          </p:cNvSpPr>
          <p:nvPr>
            <p:ph type="body" idx="1"/>
          </p:nvPr>
        </p:nvSpPr>
        <p:spPr>
          <a:xfrm>
            <a:off x="4560635" y="3949696"/>
            <a:ext cx="7473900" cy="612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3600"/>
              <a:buFont typeface="Arial"/>
              <a:buNone/>
              <a:defRPr sz="36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85"/>
        <p:cNvGrpSpPr/>
        <p:nvPr/>
      </p:nvGrpSpPr>
      <p:grpSpPr>
        <a:xfrm>
          <a:off x="0" y="0"/>
          <a:ext cx="0" cy="0"/>
          <a:chOff x="0" y="0"/>
          <a:chExt cx="0" cy="0"/>
        </a:xfrm>
      </p:grpSpPr>
      <p:sp>
        <p:nvSpPr>
          <p:cNvPr id="186" name="Google Shape;186;p42"/>
          <p:cNvSpPr>
            <a:spLocks noGrp="1"/>
          </p:cNvSpPr>
          <p:nvPr>
            <p:ph type="pic" idx="2"/>
          </p:nvPr>
        </p:nvSpPr>
        <p:spPr>
          <a:xfrm>
            <a:off x="4109704" y="1137603"/>
            <a:ext cx="3972600" cy="4582800"/>
          </a:xfrm>
          <a:prstGeom prst="rect">
            <a:avLst/>
          </a:prstGeom>
          <a:solidFill>
            <a:srgbClr val="A8A7AB"/>
          </a:solid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Slide-DkBlue">
  <p:cSld name="Title Slide-DkBlue">
    <p:bg>
      <p:bgPr>
        <a:blipFill>
          <a:blip r:embed="rId2">
            <a:alphaModFix/>
          </a:blip>
          <a:stretch>
            <a:fillRect/>
          </a:stretch>
        </a:blipFill>
        <a:effectLst/>
      </p:bgPr>
    </p:bg>
    <p:spTree>
      <p:nvGrpSpPr>
        <p:cNvPr id="1" name="Shape 190"/>
        <p:cNvGrpSpPr/>
        <p:nvPr/>
      </p:nvGrpSpPr>
      <p:grpSpPr>
        <a:xfrm>
          <a:off x="0" y="0"/>
          <a:ext cx="0" cy="0"/>
          <a:chOff x="0" y="0"/>
          <a:chExt cx="0" cy="0"/>
        </a:xfrm>
      </p:grpSpPr>
      <p:sp>
        <p:nvSpPr>
          <p:cNvPr id="191" name="Google Shape;191;p44"/>
          <p:cNvSpPr txBox="1">
            <a:spLocks noGrp="1"/>
          </p:cNvSpPr>
          <p:nvPr>
            <p:ph type="ctrTitle"/>
          </p:nvPr>
        </p:nvSpPr>
        <p:spPr>
          <a:xfrm>
            <a:off x="1524000" y="2828545"/>
            <a:ext cx="9144000" cy="1010603"/>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5400"/>
              <a:buFont typeface="Arial"/>
              <a:buNone/>
              <a:defRPr sz="5400" b="0"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2" name="Google Shape;192;p44"/>
          <p:cNvSpPr txBox="1">
            <a:spLocks noGrp="1"/>
          </p:cNvSpPr>
          <p:nvPr>
            <p:ph type="subTitle" idx="1"/>
          </p:nvPr>
        </p:nvSpPr>
        <p:spPr>
          <a:xfrm>
            <a:off x="1524000" y="3690652"/>
            <a:ext cx="9144000" cy="433514"/>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rgbClr val="00A9DB"/>
              </a:buClr>
              <a:buSzPts val="2800"/>
              <a:buFont typeface="Arial"/>
              <a:buNone/>
              <a:defRPr sz="2800" b="0" i="0" u="none" strike="noStrike" cap="none">
                <a:solidFill>
                  <a:srgbClr val="00A9DB"/>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93" name="Google Shape;193;p44"/>
          <p:cNvSpPr txBox="1">
            <a:spLocks noGrp="1"/>
          </p:cNvSpPr>
          <p:nvPr>
            <p:ph type="body" idx="2"/>
          </p:nvPr>
        </p:nvSpPr>
        <p:spPr>
          <a:xfrm>
            <a:off x="4144963" y="6302564"/>
            <a:ext cx="3902075" cy="34817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A8A7AB"/>
              </a:buClr>
              <a:buSzPts val="2000"/>
              <a:buFont typeface="Arial"/>
              <a:buNone/>
              <a:defRPr sz="2000" b="0" i="0" u="none" strike="noStrike" cap="none">
                <a:solidFill>
                  <a:srgbClr val="A8A7AB"/>
                </a:solidFill>
                <a:latin typeface="Play"/>
                <a:ea typeface="Play"/>
                <a:cs typeface="Play"/>
                <a:sym typeface="Play"/>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Slide_LtBlue">
  <p:cSld name="Title Slide_LtBlue">
    <p:bg>
      <p:bgPr>
        <a:blipFill>
          <a:blip r:embed="rId2">
            <a:alphaModFix/>
          </a:blip>
          <a:stretch>
            <a:fillRect/>
          </a:stretch>
        </a:blipFill>
        <a:effectLst/>
      </p:bgPr>
    </p:bg>
    <p:spTree>
      <p:nvGrpSpPr>
        <p:cNvPr id="1" name="Shape 194"/>
        <p:cNvGrpSpPr/>
        <p:nvPr/>
      </p:nvGrpSpPr>
      <p:grpSpPr>
        <a:xfrm>
          <a:off x="0" y="0"/>
          <a:ext cx="0" cy="0"/>
          <a:chOff x="0" y="0"/>
          <a:chExt cx="0" cy="0"/>
        </a:xfrm>
      </p:grpSpPr>
      <p:sp>
        <p:nvSpPr>
          <p:cNvPr id="195" name="Google Shape;195;p45"/>
          <p:cNvSpPr txBox="1">
            <a:spLocks noGrp="1"/>
          </p:cNvSpPr>
          <p:nvPr>
            <p:ph type="ctrTitle"/>
          </p:nvPr>
        </p:nvSpPr>
        <p:spPr>
          <a:xfrm>
            <a:off x="438912" y="2828545"/>
            <a:ext cx="9144000" cy="101060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5400"/>
              <a:buFont typeface="Arial"/>
              <a:buNone/>
              <a:defRPr sz="5400" b="0"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6" name="Google Shape;196;p45"/>
          <p:cNvSpPr txBox="1">
            <a:spLocks noGrp="1"/>
          </p:cNvSpPr>
          <p:nvPr>
            <p:ph type="subTitle" idx="1"/>
          </p:nvPr>
        </p:nvSpPr>
        <p:spPr>
          <a:xfrm>
            <a:off x="438912" y="3690652"/>
            <a:ext cx="9144000" cy="433514"/>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rgbClr val="003750"/>
              </a:buClr>
              <a:buSzPts val="2800"/>
              <a:buFont typeface="Arial"/>
              <a:buNone/>
              <a:defRPr sz="2800" b="0" i="0" u="none" strike="noStrike" cap="none">
                <a:solidFill>
                  <a:srgbClr val="003750"/>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97" name="Google Shape;197;p45"/>
          <p:cNvSpPr txBox="1">
            <a:spLocks noGrp="1"/>
          </p:cNvSpPr>
          <p:nvPr>
            <p:ph type="body" idx="2"/>
          </p:nvPr>
        </p:nvSpPr>
        <p:spPr>
          <a:xfrm>
            <a:off x="438913" y="6302564"/>
            <a:ext cx="3902075" cy="34817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000"/>
              <a:buFont typeface="Arial"/>
              <a:buNone/>
              <a:defRPr sz="2000" b="0" i="0" u="none" strike="noStrike" cap="none">
                <a:solidFill>
                  <a:schemeClr val="dk1"/>
                </a:solidFill>
                <a:latin typeface="Play"/>
                <a:ea typeface="Play"/>
                <a:cs typeface="Play"/>
                <a:sym typeface="Play"/>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InfoSlideWithPic_DkBlue">
  <p:cSld name="InfoSlideWithPic_DkBlue">
    <p:bg>
      <p:bgPr>
        <a:blipFill>
          <a:blip r:embed="rId2">
            <a:alphaModFix/>
          </a:blip>
          <a:stretch>
            <a:fillRect/>
          </a:stretch>
        </a:blipFill>
        <a:effectLst/>
      </p:bgPr>
    </p:bg>
    <p:spTree>
      <p:nvGrpSpPr>
        <p:cNvPr id="1" name="Shape 198"/>
        <p:cNvGrpSpPr/>
        <p:nvPr/>
      </p:nvGrpSpPr>
      <p:grpSpPr>
        <a:xfrm>
          <a:off x="0" y="0"/>
          <a:ext cx="0" cy="0"/>
          <a:chOff x="0" y="0"/>
          <a:chExt cx="0" cy="0"/>
        </a:xfrm>
      </p:grpSpPr>
      <p:pic>
        <p:nvPicPr>
          <p:cNvPr id="199" name="Google Shape;199;p46"/>
          <p:cNvPicPr preferRelativeResize="0"/>
          <p:nvPr/>
        </p:nvPicPr>
        <p:blipFill rotWithShape="1">
          <a:blip r:embed="rId3">
            <a:alphaModFix/>
          </a:blip>
          <a:srcRect/>
          <a:stretch/>
        </p:blipFill>
        <p:spPr>
          <a:xfrm rot="10800000" flipH="1">
            <a:off x="3316941" y="6927"/>
            <a:ext cx="8875059" cy="6857999"/>
          </a:xfrm>
          <a:prstGeom prst="rect">
            <a:avLst/>
          </a:prstGeom>
          <a:noFill/>
          <a:ln>
            <a:noFill/>
          </a:ln>
        </p:spPr>
      </p:pic>
      <p:sp>
        <p:nvSpPr>
          <p:cNvPr id="200" name="Google Shape;200;p46"/>
          <p:cNvSpPr>
            <a:spLocks noGrp="1"/>
          </p:cNvSpPr>
          <p:nvPr>
            <p:ph type="pic" idx="2"/>
          </p:nvPr>
        </p:nvSpPr>
        <p:spPr>
          <a:xfrm>
            <a:off x="6102725" y="4"/>
            <a:ext cx="6098411" cy="6864923"/>
          </a:xfrm>
          <a:prstGeom prst="rect">
            <a:avLst/>
          </a:prstGeom>
          <a:solidFill>
            <a:srgbClr val="D8D8D8"/>
          </a:solidFill>
          <a:ln>
            <a:noFill/>
          </a:ln>
        </p:spPr>
      </p:sp>
      <p:sp>
        <p:nvSpPr>
          <p:cNvPr id="201" name="Google Shape;201;p46"/>
          <p:cNvSpPr txBox="1">
            <a:spLocks noGrp="1"/>
          </p:cNvSpPr>
          <p:nvPr>
            <p:ph type="body" idx="1"/>
          </p:nvPr>
        </p:nvSpPr>
        <p:spPr>
          <a:xfrm>
            <a:off x="660817" y="1964338"/>
            <a:ext cx="5102903" cy="60647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2" name="Google Shape;202;p46"/>
          <p:cNvSpPr txBox="1">
            <a:spLocks noGrp="1"/>
          </p:cNvSpPr>
          <p:nvPr>
            <p:ph type="body" idx="3"/>
          </p:nvPr>
        </p:nvSpPr>
        <p:spPr>
          <a:xfrm>
            <a:off x="660400" y="2809877"/>
            <a:ext cx="5103813" cy="27971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Slide_WHT">
  <p:cSld name="Title Slide_WHT">
    <p:bg>
      <p:bgPr>
        <a:blipFill>
          <a:blip r:embed="rId2">
            <a:alphaModFix/>
          </a:blip>
          <a:stretch>
            <a:fillRect/>
          </a:stretch>
        </a:blipFill>
        <a:effectLst/>
      </p:bgPr>
    </p:bg>
    <p:spTree>
      <p:nvGrpSpPr>
        <p:cNvPr id="1" name="Shape 203"/>
        <p:cNvGrpSpPr/>
        <p:nvPr/>
      </p:nvGrpSpPr>
      <p:grpSpPr>
        <a:xfrm>
          <a:off x="0" y="0"/>
          <a:ext cx="0" cy="0"/>
          <a:chOff x="0" y="0"/>
          <a:chExt cx="0" cy="0"/>
        </a:xfrm>
      </p:grpSpPr>
      <p:sp>
        <p:nvSpPr>
          <p:cNvPr id="204" name="Google Shape;204;p47"/>
          <p:cNvSpPr txBox="1">
            <a:spLocks noGrp="1"/>
          </p:cNvSpPr>
          <p:nvPr>
            <p:ph type="ctrTitle"/>
          </p:nvPr>
        </p:nvSpPr>
        <p:spPr>
          <a:xfrm>
            <a:off x="2762725" y="2828545"/>
            <a:ext cx="9144000" cy="1010603"/>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rgbClr val="003750"/>
              </a:buClr>
              <a:buSzPts val="5400"/>
              <a:buFont typeface="Arial"/>
              <a:buNone/>
              <a:defRPr sz="5400" b="0" i="0">
                <a:solidFill>
                  <a:srgbClr val="003750"/>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5" name="Google Shape;205;p47"/>
          <p:cNvSpPr txBox="1">
            <a:spLocks noGrp="1"/>
          </p:cNvSpPr>
          <p:nvPr>
            <p:ph type="subTitle" idx="1"/>
          </p:nvPr>
        </p:nvSpPr>
        <p:spPr>
          <a:xfrm>
            <a:off x="2762725" y="3690652"/>
            <a:ext cx="9144000" cy="433514"/>
          </a:xfrm>
          <a:prstGeom prst="rect">
            <a:avLst/>
          </a:prstGeom>
          <a:noFill/>
          <a:ln>
            <a:noFill/>
          </a:ln>
        </p:spPr>
        <p:txBody>
          <a:bodyPr spcFirstLastPara="1" wrap="square" lIns="91425" tIns="45700" rIns="91425" bIns="45700" anchor="t" anchorCtr="0">
            <a:noAutofit/>
          </a:bodyPr>
          <a:lstStyle>
            <a:lvl1pPr marR="0" lvl="0" algn="r" rtl="0">
              <a:lnSpc>
                <a:spcPct val="90000"/>
              </a:lnSpc>
              <a:spcBef>
                <a:spcPts val="1000"/>
              </a:spcBef>
              <a:spcAft>
                <a:spcPts val="0"/>
              </a:spcAft>
              <a:buClr>
                <a:srgbClr val="00A9DB"/>
              </a:buClr>
              <a:buSzPts val="2800"/>
              <a:buFont typeface="Arial"/>
              <a:buNone/>
              <a:defRPr sz="2800" b="0" i="0" u="none" strike="noStrike" cap="none">
                <a:solidFill>
                  <a:srgbClr val="00A9DB"/>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206" name="Google Shape;206;p47"/>
          <p:cNvSpPr txBox="1">
            <a:spLocks noGrp="1"/>
          </p:cNvSpPr>
          <p:nvPr>
            <p:ph type="body" idx="2"/>
          </p:nvPr>
        </p:nvSpPr>
        <p:spPr>
          <a:xfrm>
            <a:off x="8004651" y="6302564"/>
            <a:ext cx="3902075" cy="348172"/>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rgbClr val="A8A7AB"/>
              </a:buClr>
              <a:buSzPts val="2000"/>
              <a:buFont typeface="Arial"/>
              <a:buNone/>
              <a:defRPr sz="2000" b="0" i="0" u="none" strike="noStrike" cap="none">
                <a:solidFill>
                  <a:srgbClr val="A8A7AB"/>
                </a:solidFill>
                <a:latin typeface="Play"/>
                <a:ea typeface="Play"/>
                <a:cs typeface="Play"/>
                <a:sym typeface="Play"/>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SectionDivider_WHT">
  <p:cSld name="SectionDivider_WHT">
    <p:bg>
      <p:bgPr>
        <a:blipFill>
          <a:blip r:embed="rId2">
            <a:alphaModFix/>
          </a:blip>
          <a:stretch>
            <a:fillRect/>
          </a:stretch>
        </a:blipFill>
        <a:effectLst/>
      </p:bgPr>
    </p:bg>
    <p:spTree>
      <p:nvGrpSpPr>
        <p:cNvPr id="1" name="Shape 207"/>
        <p:cNvGrpSpPr/>
        <p:nvPr/>
      </p:nvGrpSpPr>
      <p:grpSpPr>
        <a:xfrm>
          <a:off x="0" y="0"/>
          <a:ext cx="0" cy="0"/>
          <a:chOff x="0" y="0"/>
          <a:chExt cx="0" cy="0"/>
        </a:xfrm>
      </p:grpSpPr>
      <p:pic>
        <p:nvPicPr>
          <p:cNvPr id="208" name="Google Shape;208;p48"/>
          <p:cNvPicPr preferRelativeResize="0"/>
          <p:nvPr/>
        </p:nvPicPr>
        <p:blipFill rotWithShape="1">
          <a:blip r:embed="rId3">
            <a:alphaModFix/>
          </a:blip>
          <a:srcRect/>
          <a:stretch/>
        </p:blipFill>
        <p:spPr>
          <a:xfrm>
            <a:off x="7074568" y="0"/>
            <a:ext cx="8875059" cy="6858000"/>
          </a:xfrm>
          <a:prstGeom prst="rect">
            <a:avLst/>
          </a:prstGeom>
          <a:noFill/>
          <a:ln>
            <a:noFill/>
          </a:ln>
        </p:spPr>
      </p:pic>
      <p:sp>
        <p:nvSpPr>
          <p:cNvPr id="209" name="Google Shape;209;p48"/>
          <p:cNvSpPr/>
          <p:nvPr/>
        </p:nvSpPr>
        <p:spPr>
          <a:xfrm flipH="1">
            <a:off x="-3807304" y="0"/>
            <a:ext cx="8875059" cy="68580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48"/>
          <p:cNvSpPr>
            <a:spLocks noGrp="1"/>
          </p:cNvSpPr>
          <p:nvPr>
            <p:ph type="pic" idx="2"/>
          </p:nvPr>
        </p:nvSpPr>
        <p:spPr>
          <a:xfrm>
            <a:off x="2439679" y="0"/>
            <a:ext cx="7320884" cy="6864350"/>
          </a:xfrm>
          <a:prstGeom prst="rect">
            <a:avLst/>
          </a:prstGeom>
          <a:solidFill>
            <a:srgbClr val="D8D8D8"/>
          </a:solidFill>
          <a:ln>
            <a:noFill/>
          </a:ln>
        </p:spPr>
      </p:sp>
      <p:sp>
        <p:nvSpPr>
          <p:cNvPr id="211" name="Google Shape;211;p48"/>
          <p:cNvSpPr txBox="1">
            <a:spLocks noGrp="1"/>
          </p:cNvSpPr>
          <p:nvPr>
            <p:ph type="title"/>
          </p:nvPr>
        </p:nvSpPr>
        <p:spPr>
          <a:xfrm>
            <a:off x="6888938" y="2855226"/>
            <a:ext cx="5303063" cy="1147548"/>
          </a:xfrm>
          <a:prstGeom prst="rect">
            <a:avLst/>
          </a:prstGeom>
          <a:solidFill>
            <a:srgbClr val="003750"/>
          </a:solid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2F2F2"/>
              </a:buClr>
              <a:buSzPts val="3200"/>
              <a:buFont typeface="Arial"/>
              <a:buNone/>
              <a:defRPr sz="3200" b="0" i="0">
                <a:solidFill>
                  <a:srgbClr val="F2F2F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InfoSlideWithPics_LtBlue">
  <p:cSld name="InfoSlideWithPics_LtBlue">
    <p:bg>
      <p:bgPr>
        <a:blipFill>
          <a:blip r:embed="rId2">
            <a:alphaModFix/>
          </a:blip>
          <a:stretch>
            <a:fillRect/>
          </a:stretch>
        </a:blipFill>
        <a:effectLst/>
      </p:bgPr>
    </p:bg>
    <p:spTree>
      <p:nvGrpSpPr>
        <p:cNvPr id="1" name="Shape 212"/>
        <p:cNvGrpSpPr/>
        <p:nvPr/>
      </p:nvGrpSpPr>
      <p:grpSpPr>
        <a:xfrm>
          <a:off x="0" y="0"/>
          <a:ext cx="0" cy="0"/>
          <a:chOff x="0" y="0"/>
          <a:chExt cx="0" cy="0"/>
        </a:xfrm>
      </p:grpSpPr>
      <p:pic>
        <p:nvPicPr>
          <p:cNvPr id="213" name="Google Shape;213;p49"/>
          <p:cNvPicPr preferRelativeResize="0"/>
          <p:nvPr/>
        </p:nvPicPr>
        <p:blipFill rotWithShape="1">
          <a:blip r:embed="rId3">
            <a:alphaModFix/>
          </a:blip>
          <a:srcRect/>
          <a:stretch/>
        </p:blipFill>
        <p:spPr>
          <a:xfrm flipH="1">
            <a:off x="925607" y="0"/>
            <a:ext cx="8875059" cy="6858000"/>
          </a:xfrm>
          <a:prstGeom prst="rect">
            <a:avLst/>
          </a:prstGeom>
          <a:noFill/>
          <a:ln>
            <a:noFill/>
          </a:ln>
        </p:spPr>
      </p:pic>
      <p:sp>
        <p:nvSpPr>
          <p:cNvPr id="214" name="Google Shape;214;p49"/>
          <p:cNvSpPr txBox="1">
            <a:spLocks noGrp="1"/>
          </p:cNvSpPr>
          <p:nvPr>
            <p:ph type="body" idx="1"/>
          </p:nvPr>
        </p:nvSpPr>
        <p:spPr>
          <a:xfrm>
            <a:off x="660817" y="1964338"/>
            <a:ext cx="5102903" cy="60647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15" name="Google Shape;215;p49"/>
          <p:cNvSpPr txBox="1">
            <a:spLocks noGrp="1"/>
          </p:cNvSpPr>
          <p:nvPr>
            <p:ph type="body" idx="2"/>
          </p:nvPr>
        </p:nvSpPr>
        <p:spPr>
          <a:xfrm>
            <a:off x="660400" y="2809877"/>
            <a:ext cx="5103813" cy="27971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16" name="Google Shape;216;p49"/>
          <p:cNvSpPr>
            <a:spLocks noGrp="1"/>
          </p:cNvSpPr>
          <p:nvPr>
            <p:ph type="pic" idx="3"/>
          </p:nvPr>
        </p:nvSpPr>
        <p:spPr>
          <a:xfrm>
            <a:off x="7562850" y="2"/>
            <a:ext cx="4629151" cy="3428999"/>
          </a:xfrm>
          <a:prstGeom prst="rect">
            <a:avLst/>
          </a:prstGeom>
          <a:solidFill>
            <a:srgbClr val="D8D8D8"/>
          </a:solidFill>
          <a:ln>
            <a:noFill/>
          </a:ln>
        </p:spPr>
      </p:sp>
      <p:sp>
        <p:nvSpPr>
          <p:cNvPr id="217" name="Google Shape;217;p49"/>
          <p:cNvSpPr>
            <a:spLocks noGrp="1"/>
          </p:cNvSpPr>
          <p:nvPr>
            <p:ph type="pic" idx="4"/>
          </p:nvPr>
        </p:nvSpPr>
        <p:spPr>
          <a:xfrm>
            <a:off x="7562850" y="3429003"/>
            <a:ext cx="4629151" cy="3428999"/>
          </a:xfrm>
          <a:prstGeom prst="rect">
            <a:avLst/>
          </a:prstGeom>
          <a:solidFill>
            <a:srgbClr val="D8D8D8"/>
          </a:solid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InfoSlideWithPic_WHT">
  <p:cSld name="InfoSlideWithPic_WHT">
    <p:bg>
      <p:bgPr>
        <a:blipFill>
          <a:blip r:embed="rId2">
            <a:alphaModFix/>
          </a:blip>
          <a:stretch>
            <a:fillRect/>
          </a:stretch>
        </a:blipFill>
        <a:effectLst/>
      </p:bgPr>
    </p:bg>
    <p:spTree>
      <p:nvGrpSpPr>
        <p:cNvPr id="1" name="Shape 218"/>
        <p:cNvGrpSpPr/>
        <p:nvPr/>
      </p:nvGrpSpPr>
      <p:grpSpPr>
        <a:xfrm>
          <a:off x="0" y="0"/>
          <a:ext cx="0" cy="0"/>
          <a:chOff x="0" y="0"/>
          <a:chExt cx="0" cy="0"/>
        </a:xfrm>
      </p:grpSpPr>
      <p:pic>
        <p:nvPicPr>
          <p:cNvPr id="219" name="Google Shape;219;p50"/>
          <p:cNvPicPr preferRelativeResize="0"/>
          <p:nvPr/>
        </p:nvPicPr>
        <p:blipFill rotWithShape="1">
          <a:blip r:embed="rId3">
            <a:alphaModFix/>
          </a:blip>
          <a:srcRect/>
          <a:stretch/>
        </p:blipFill>
        <p:spPr>
          <a:xfrm>
            <a:off x="491427" y="-5681"/>
            <a:ext cx="8889763" cy="6869362"/>
          </a:xfrm>
          <a:prstGeom prst="rect">
            <a:avLst/>
          </a:prstGeom>
          <a:noFill/>
          <a:ln>
            <a:noFill/>
          </a:ln>
        </p:spPr>
      </p:pic>
      <p:sp>
        <p:nvSpPr>
          <p:cNvPr id="220" name="Google Shape;220;p50"/>
          <p:cNvSpPr txBox="1">
            <a:spLocks noGrp="1"/>
          </p:cNvSpPr>
          <p:nvPr>
            <p:ph type="body" idx="1"/>
          </p:nvPr>
        </p:nvSpPr>
        <p:spPr>
          <a:xfrm>
            <a:off x="5985170" y="1628670"/>
            <a:ext cx="5102903" cy="60647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3750"/>
              </a:buClr>
              <a:buSzPts val="4000"/>
              <a:buFont typeface="Arial"/>
              <a:buNone/>
              <a:defRPr sz="4000" b="0" i="0"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1" name="Google Shape;221;p50"/>
          <p:cNvSpPr txBox="1">
            <a:spLocks noGrp="1"/>
          </p:cNvSpPr>
          <p:nvPr>
            <p:ph type="body" idx="2"/>
          </p:nvPr>
        </p:nvSpPr>
        <p:spPr>
          <a:xfrm>
            <a:off x="5984260" y="2432157"/>
            <a:ext cx="5103813" cy="27971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A8A7AB"/>
              </a:buClr>
              <a:buSzPts val="1600"/>
              <a:buFont typeface="Arial"/>
              <a:buNone/>
              <a:defRPr sz="1600" b="0" i="0" u="none" strike="noStrike" cap="none">
                <a:solidFill>
                  <a:srgbClr val="A8A7AB"/>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2" name="Google Shape;222;p50"/>
          <p:cNvSpPr>
            <a:spLocks noGrp="1"/>
          </p:cNvSpPr>
          <p:nvPr>
            <p:ph type="pic" idx="3"/>
          </p:nvPr>
        </p:nvSpPr>
        <p:spPr>
          <a:xfrm>
            <a:off x="-4811" y="362100"/>
            <a:ext cx="3893168" cy="6124752"/>
          </a:xfrm>
          <a:prstGeom prst="rect">
            <a:avLst/>
          </a:prstGeom>
          <a:solidFill>
            <a:srgbClr val="D8D8D8"/>
          </a:solid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InfoSlide_DkBlue">
  <p:cSld name="InfoSlide_DkBlue">
    <p:bg>
      <p:bgPr>
        <a:blipFill>
          <a:blip r:embed="rId2">
            <a:alphaModFix/>
          </a:blip>
          <a:stretch>
            <a:fillRect/>
          </a:stretch>
        </a:blipFill>
        <a:effectLst/>
      </p:bgPr>
    </p:bg>
    <p:spTree>
      <p:nvGrpSpPr>
        <p:cNvPr id="1" name="Shape 223"/>
        <p:cNvGrpSpPr/>
        <p:nvPr/>
      </p:nvGrpSpPr>
      <p:grpSpPr>
        <a:xfrm>
          <a:off x="0" y="0"/>
          <a:ext cx="0" cy="0"/>
          <a:chOff x="0" y="0"/>
          <a:chExt cx="0" cy="0"/>
        </a:xfrm>
      </p:grpSpPr>
      <p:pic>
        <p:nvPicPr>
          <p:cNvPr id="224" name="Google Shape;224;p51"/>
          <p:cNvPicPr preferRelativeResize="0"/>
          <p:nvPr/>
        </p:nvPicPr>
        <p:blipFill rotWithShape="1">
          <a:blip r:embed="rId3">
            <a:alphaModFix/>
          </a:blip>
          <a:srcRect/>
          <a:stretch/>
        </p:blipFill>
        <p:spPr>
          <a:xfrm flipH="1">
            <a:off x="3316941" y="2"/>
            <a:ext cx="8875059" cy="6857999"/>
          </a:xfrm>
          <a:prstGeom prst="rect">
            <a:avLst/>
          </a:prstGeom>
          <a:noFill/>
          <a:ln>
            <a:noFill/>
          </a:ln>
        </p:spPr>
      </p:pic>
      <p:sp>
        <p:nvSpPr>
          <p:cNvPr id="225" name="Google Shape;225;p51"/>
          <p:cNvSpPr txBox="1">
            <a:spLocks noGrp="1"/>
          </p:cNvSpPr>
          <p:nvPr>
            <p:ph type="body" idx="1"/>
          </p:nvPr>
        </p:nvSpPr>
        <p:spPr>
          <a:xfrm>
            <a:off x="660817" y="1964338"/>
            <a:ext cx="5102903" cy="60647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6" name="Google Shape;226;p51"/>
          <p:cNvSpPr txBox="1">
            <a:spLocks noGrp="1"/>
          </p:cNvSpPr>
          <p:nvPr>
            <p:ph type="body" idx="2"/>
          </p:nvPr>
        </p:nvSpPr>
        <p:spPr>
          <a:xfrm>
            <a:off x="660400" y="2809877"/>
            <a:ext cx="5103813" cy="27971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InfoSlide_LtBlue">
  <p:cSld name="InfoSlide_LtBlue">
    <p:bg>
      <p:bgPr>
        <a:blipFill>
          <a:blip r:embed="rId2">
            <a:alphaModFix/>
          </a:blip>
          <a:stretch>
            <a:fillRect/>
          </a:stretch>
        </a:blipFill>
        <a:effectLst/>
      </p:bgPr>
    </p:bg>
    <p:spTree>
      <p:nvGrpSpPr>
        <p:cNvPr id="1" name="Shape 227"/>
        <p:cNvGrpSpPr/>
        <p:nvPr/>
      </p:nvGrpSpPr>
      <p:grpSpPr>
        <a:xfrm>
          <a:off x="0" y="0"/>
          <a:ext cx="0" cy="0"/>
          <a:chOff x="0" y="0"/>
          <a:chExt cx="0" cy="0"/>
        </a:xfrm>
      </p:grpSpPr>
      <p:sp>
        <p:nvSpPr>
          <p:cNvPr id="228" name="Google Shape;228;p52"/>
          <p:cNvSpPr txBox="1">
            <a:spLocks noGrp="1"/>
          </p:cNvSpPr>
          <p:nvPr>
            <p:ph type="body" idx="1"/>
          </p:nvPr>
        </p:nvSpPr>
        <p:spPr>
          <a:xfrm>
            <a:off x="660817" y="1964338"/>
            <a:ext cx="5102903" cy="60647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9" name="Google Shape;229;p52"/>
          <p:cNvSpPr txBox="1">
            <a:spLocks noGrp="1"/>
          </p:cNvSpPr>
          <p:nvPr>
            <p:ph type="body" idx="2"/>
          </p:nvPr>
        </p:nvSpPr>
        <p:spPr>
          <a:xfrm>
            <a:off x="660400" y="2809877"/>
            <a:ext cx="5103813" cy="27971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230" name="Google Shape;230;p52"/>
          <p:cNvPicPr preferRelativeResize="0"/>
          <p:nvPr/>
        </p:nvPicPr>
        <p:blipFill rotWithShape="1">
          <a:blip r:embed="rId3">
            <a:alphaModFix/>
          </a:blip>
          <a:srcRect/>
          <a:stretch/>
        </p:blipFill>
        <p:spPr>
          <a:xfrm flipH="1">
            <a:off x="3316941" y="2"/>
            <a:ext cx="8875059" cy="6857999"/>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2_InfoSlide_DkBlue">
  <p:cSld name="2_InfoSlide_DkBlue">
    <p:bg>
      <p:bgPr>
        <a:blipFill>
          <a:blip r:embed="rId2">
            <a:alphaModFix/>
          </a:blip>
          <a:stretch>
            <a:fillRect/>
          </a:stretch>
        </a:blipFill>
        <a:effectLst/>
      </p:bgPr>
    </p:bg>
    <p:spTree>
      <p:nvGrpSpPr>
        <p:cNvPr id="1" name="Shape 231"/>
        <p:cNvGrpSpPr/>
        <p:nvPr/>
      </p:nvGrpSpPr>
      <p:grpSpPr>
        <a:xfrm>
          <a:off x="0" y="0"/>
          <a:ext cx="0" cy="0"/>
          <a:chOff x="0" y="0"/>
          <a:chExt cx="0" cy="0"/>
        </a:xfrm>
      </p:grpSpPr>
      <p:pic>
        <p:nvPicPr>
          <p:cNvPr id="232" name="Google Shape;232;p53"/>
          <p:cNvPicPr preferRelativeResize="0"/>
          <p:nvPr/>
        </p:nvPicPr>
        <p:blipFill rotWithShape="1">
          <a:blip r:embed="rId3">
            <a:alphaModFix/>
          </a:blip>
          <a:srcRect/>
          <a:stretch/>
        </p:blipFill>
        <p:spPr>
          <a:xfrm>
            <a:off x="0" y="0"/>
            <a:ext cx="8875059" cy="6858000"/>
          </a:xfrm>
          <a:prstGeom prst="rect">
            <a:avLst/>
          </a:prstGeom>
          <a:noFill/>
          <a:ln>
            <a:noFill/>
          </a:ln>
        </p:spPr>
      </p:pic>
      <p:sp>
        <p:nvSpPr>
          <p:cNvPr id="233" name="Google Shape;233;p53"/>
          <p:cNvSpPr txBox="1">
            <a:spLocks noGrp="1"/>
          </p:cNvSpPr>
          <p:nvPr>
            <p:ph type="body" idx="1"/>
          </p:nvPr>
        </p:nvSpPr>
        <p:spPr>
          <a:xfrm>
            <a:off x="660817" y="2389745"/>
            <a:ext cx="5102903" cy="1464664"/>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rgbClr val="003750"/>
              </a:buClr>
              <a:buSzPts val="4000"/>
              <a:buFont typeface="Arial"/>
              <a:buNone/>
              <a:defRPr sz="4000" b="0" i="0"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4" name="Google Shape;234;p53"/>
          <p:cNvSpPr txBox="1">
            <a:spLocks noGrp="1"/>
          </p:cNvSpPr>
          <p:nvPr>
            <p:ph type="body" idx="2"/>
          </p:nvPr>
        </p:nvSpPr>
        <p:spPr>
          <a:xfrm>
            <a:off x="5998520" y="2389747"/>
            <a:ext cx="5103813" cy="27971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A8A7AB"/>
              </a:buClr>
              <a:buSzPts val="1600"/>
              <a:buFont typeface="Arial"/>
              <a:buNone/>
              <a:defRPr sz="1600" b="0" i="0" u="none" strike="noStrike" cap="none">
                <a:solidFill>
                  <a:srgbClr val="A8A7AB"/>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SectionDivider_DkBlue">
  <p:cSld name="SectionDivider_DkBlue">
    <p:bg>
      <p:bgPr>
        <a:blipFill>
          <a:blip r:embed="rId2">
            <a:alphaModFix/>
          </a:blip>
          <a:stretch>
            <a:fillRect/>
          </a:stretch>
        </a:blipFill>
        <a:effectLst/>
      </p:bgPr>
    </p:bg>
    <p:spTree>
      <p:nvGrpSpPr>
        <p:cNvPr id="1" name="Shape 235"/>
        <p:cNvGrpSpPr/>
        <p:nvPr/>
      </p:nvGrpSpPr>
      <p:grpSpPr>
        <a:xfrm>
          <a:off x="0" y="0"/>
          <a:ext cx="0" cy="0"/>
          <a:chOff x="0" y="0"/>
          <a:chExt cx="0" cy="0"/>
        </a:xfrm>
      </p:grpSpPr>
      <p:pic>
        <p:nvPicPr>
          <p:cNvPr id="236" name="Google Shape;236;p54"/>
          <p:cNvPicPr preferRelativeResize="0"/>
          <p:nvPr/>
        </p:nvPicPr>
        <p:blipFill rotWithShape="1">
          <a:blip r:embed="rId3">
            <a:alphaModFix/>
          </a:blip>
          <a:srcRect/>
          <a:stretch/>
        </p:blipFill>
        <p:spPr>
          <a:xfrm flipH="1">
            <a:off x="3316940" y="2"/>
            <a:ext cx="8875059" cy="6857999"/>
          </a:xfrm>
          <a:prstGeom prst="rect">
            <a:avLst/>
          </a:prstGeom>
          <a:noFill/>
          <a:ln>
            <a:noFill/>
          </a:ln>
        </p:spPr>
      </p:pic>
      <p:sp>
        <p:nvSpPr>
          <p:cNvPr id="237" name="Google Shape;237;p54"/>
          <p:cNvSpPr>
            <a:spLocks noGrp="1"/>
          </p:cNvSpPr>
          <p:nvPr>
            <p:ph type="pic" idx="2"/>
          </p:nvPr>
        </p:nvSpPr>
        <p:spPr>
          <a:xfrm>
            <a:off x="2" y="2057400"/>
            <a:ext cx="12191999" cy="2743200"/>
          </a:xfrm>
          <a:prstGeom prst="rect">
            <a:avLst/>
          </a:prstGeom>
          <a:solidFill>
            <a:srgbClr val="D8D8D8"/>
          </a:solidFill>
          <a:ln>
            <a:noFill/>
          </a:ln>
        </p:spPr>
      </p:sp>
      <p:sp>
        <p:nvSpPr>
          <p:cNvPr id="238" name="Google Shape;238;p54"/>
          <p:cNvSpPr txBox="1">
            <a:spLocks noGrp="1"/>
          </p:cNvSpPr>
          <p:nvPr>
            <p:ph type="body" idx="1"/>
          </p:nvPr>
        </p:nvSpPr>
        <p:spPr>
          <a:xfrm>
            <a:off x="0" y="5591964"/>
            <a:ext cx="12192000" cy="50403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QuoteSlide_DkBlue">
  <p:cSld name="QuoteSlide_DkBlue">
    <p:bg>
      <p:bgPr>
        <a:blipFill>
          <a:blip r:embed="rId2">
            <a:alphaModFix/>
          </a:blip>
          <a:stretch>
            <a:fillRect/>
          </a:stretch>
        </a:blipFill>
        <a:effectLst/>
      </p:bgPr>
    </p:bg>
    <p:spTree>
      <p:nvGrpSpPr>
        <p:cNvPr id="1" name="Shape 239"/>
        <p:cNvGrpSpPr/>
        <p:nvPr/>
      </p:nvGrpSpPr>
      <p:grpSpPr>
        <a:xfrm>
          <a:off x="0" y="0"/>
          <a:ext cx="0" cy="0"/>
          <a:chOff x="0" y="0"/>
          <a:chExt cx="0" cy="0"/>
        </a:xfrm>
      </p:grpSpPr>
      <p:pic>
        <p:nvPicPr>
          <p:cNvPr id="240" name="Google Shape;240;p55"/>
          <p:cNvPicPr preferRelativeResize="0"/>
          <p:nvPr/>
        </p:nvPicPr>
        <p:blipFill rotWithShape="1">
          <a:blip r:embed="rId3">
            <a:alphaModFix/>
          </a:blip>
          <a:srcRect/>
          <a:stretch/>
        </p:blipFill>
        <p:spPr>
          <a:xfrm rot="10800000">
            <a:off x="4762753" y="2"/>
            <a:ext cx="7429247" cy="5740781"/>
          </a:xfrm>
          <a:prstGeom prst="rect">
            <a:avLst/>
          </a:prstGeom>
          <a:noFill/>
          <a:ln>
            <a:noFill/>
          </a:ln>
        </p:spPr>
      </p:pic>
      <p:sp>
        <p:nvSpPr>
          <p:cNvPr id="241" name="Google Shape;241;p55"/>
          <p:cNvSpPr txBox="1">
            <a:spLocks noGrp="1"/>
          </p:cNvSpPr>
          <p:nvPr>
            <p:ph type="body" idx="1"/>
          </p:nvPr>
        </p:nvSpPr>
        <p:spPr>
          <a:xfrm>
            <a:off x="1114425" y="2406651"/>
            <a:ext cx="5486400" cy="180816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400"/>
              <a:buFont typeface="Arial"/>
              <a:buNone/>
              <a:defRPr sz="4400" b="1" i="1"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1" i="1"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1" i="1"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2" name="Google Shape;242;p55"/>
          <p:cNvSpPr txBox="1"/>
          <p:nvPr/>
        </p:nvSpPr>
        <p:spPr>
          <a:xfrm>
            <a:off x="1061645" y="1353874"/>
            <a:ext cx="1148156" cy="264687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600"/>
              <a:buFont typeface="Arial"/>
              <a:buNone/>
            </a:pPr>
            <a:r>
              <a:rPr lang="en-US" sz="16600" b="1" i="0" u="none" strike="noStrike" cap="none">
                <a:solidFill>
                  <a:srgbClr val="000000"/>
                </a:solidFill>
                <a:latin typeface="Play"/>
                <a:ea typeface="Play"/>
                <a:cs typeface="Play"/>
                <a:sym typeface="Play"/>
              </a:rPr>
              <a:t>“</a:t>
            </a:r>
            <a:endParaRPr sz="1400" b="0" i="0" u="none" strike="noStrike" cap="none">
              <a:solidFill>
                <a:srgbClr val="000000"/>
              </a:solidFill>
              <a:latin typeface="Arial"/>
              <a:ea typeface="Arial"/>
              <a:cs typeface="Arial"/>
              <a:sym typeface="Arial"/>
            </a:endParaRPr>
          </a:p>
        </p:txBody>
      </p:sp>
      <p:sp>
        <p:nvSpPr>
          <p:cNvPr id="243" name="Google Shape;243;p55"/>
          <p:cNvSpPr txBox="1">
            <a:spLocks noGrp="1"/>
          </p:cNvSpPr>
          <p:nvPr>
            <p:ph type="body" idx="2"/>
          </p:nvPr>
        </p:nvSpPr>
        <p:spPr>
          <a:xfrm>
            <a:off x="1127126" y="4214815"/>
            <a:ext cx="3994151" cy="3651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800"/>
              <a:buFont typeface="Arial"/>
              <a:buNone/>
              <a:defRPr sz="18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4" name="Google Shape;244;p55"/>
          <p:cNvSpPr txBox="1">
            <a:spLocks noGrp="1"/>
          </p:cNvSpPr>
          <p:nvPr>
            <p:ph type="body" idx="3"/>
          </p:nvPr>
        </p:nvSpPr>
        <p:spPr>
          <a:xfrm>
            <a:off x="1127126" y="4524199"/>
            <a:ext cx="3994151" cy="3651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400"/>
              <a:buFont typeface="Arial"/>
              <a:buNone/>
              <a:defRPr sz="14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SectionDivider_LtBlue">
  <p:cSld name="SectionDivider_LtBlue">
    <p:bg>
      <p:bgPr>
        <a:blipFill>
          <a:blip r:embed="rId2">
            <a:alphaModFix/>
          </a:blip>
          <a:stretch>
            <a:fillRect/>
          </a:stretch>
        </a:blipFill>
        <a:effectLst/>
      </p:bgPr>
    </p:bg>
    <p:spTree>
      <p:nvGrpSpPr>
        <p:cNvPr id="1" name="Shape 245"/>
        <p:cNvGrpSpPr/>
        <p:nvPr/>
      </p:nvGrpSpPr>
      <p:grpSpPr>
        <a:xfrm>
          <a:off x="0" y="0"/>
          <a:ext cx="0" cy="0"/>
          <a:chOff x="0" y="0"/>
          <a:chExt cx="0" cy="0"/>
        </a:xfrm>
      </p:grpSpPr>
      <p:sp>
        <p:nvSpPr>
          <p:cNvPr id="246" name="Google Shape;246;p56"/>
          <p:cNvSpPr txBox="1">
            <a:spLocks noGrp="1"/>
          </p:cNvSpPr>
          <p:nvPr>
            <p:ph type="body" idx="1"/>
          </p:nvPr>
        </p:nvSpPr>
        <p:spPr>
          <a:xfrm>
            <a:off x="0" y="3176982"/>
            <a:ext cx="12192000" cy="50403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247" name="Google Shape;247;p56"/>
          <p:cNvPicPr preferRelativeResize="0"/>
          <p:nvPr/>
        </p:nvPicPr>
        <p:blipFill rotWithShape="1">
          <a:blip r:embed="rId3">
            <a:alphaModFix/>
          </a:blip>
          <a:srcRect/>
          <a:stretch/>
        </p:blipFill>
        <p:spPr>
          <a:xfrm>
            <a:off x="3316941" y="2"/>
            <a:ext cx="8875059" cy="6857999"/>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QuoteSlide_LtBlue">
  <p:cSld name="QuoteSlide_LtBlue">
    <p:bg>
      <p:bgPr>
        <a:blipFill>
          <a:blip r:embed="rId2">
            <a:alphaModFix/>
          </a:blip>
          <a:stretch>
            <a:fillRect/>
          </a:stretch>
        </a:blipFill>
        <a:effectLst/>
      </p:bgPr>
    </p:bg>
    <p:spTree>
      <p:nvGrpSpPr>
        <p:cNvPr id="1" name="Shape 248"/>
        <p:cNvGrpSpPr/>
        <p:nvPr/>
      </p:nvGrpSpPr>
      <p:grpSpPr>
        <a:xfrm>
          <a:off x="0" y="0"/>
          <a:ext cx="0" cy="0"/>
          <a:chOff x="0" y="0"/>
          <a:chExt cx="0" cy="0"/>
        </a:xfrm>
      </p:grpSpPr>
      <p:pic>
        <p:nvPicPr>
          <p:cNvPr id="249" name="Google Shape;249;p57"/>
          <p:cNvPicPr preferRelativeResize="0"/>
          <p:nvPr/>
        </p:nvPicPr>
        <p:blipFill rotWithShape="1">
          <a:blip r:embed="rId3">
            <a:alphaModFix/>
          </a:blip>
          <a:srcRect/>
          <a:stretch/>
        </p:blipFill>
        <p:spPr>
          <a:xfrm flipH="1">
            <a:off x="3316941" y="2"/>
            <a:ext cx="8875059" cy="6857999"/>
          </a:xfrm>
          <a:prstGeom prst="rect">
            <a:avLst/>
          </a:prstGeom>
          <a:noFill/>
          <a:ln>
            <a:noFill/>
          </a:ln>
        </p:spPr>
      </p:pic>
      <p:sp>
        <p:nvSpPr>
          <p:cNvPr id="250" name="Google Shape;250;p57"/>
          <p:cNvSpPr txBox="1">
            <a:spLocks noGrp="1"/>
          </p:cNvSpPr>
          <p:nvPr>
            <p:ph type="body" idx="1"/>
          </p:nvPr>
        </p:nvSpPr>
        <p:spPr>
          <a:xfrm>
            <a:off x="1114425" y="2406651"/>
            <a:ext cx="5486400" cy="180816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3750"/>
              </a:buClr>
              <a:buSzPts val="4400"/>
              <a:buFont typeface="Arial"/>
              <a:buNone/>
              <a:defRPr sz="4400" b="1" i="1"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1" i="1"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1" i="1"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1" name="Google Shape;251;p57"/>
          <p:cNvSpPr txBox="1"/>
          <p:nvPr/>
        </p:nvSpPr>
        <p:spPr>
          <a:xfrm>
            <a:off x="1061645" y="1353874"/>
            <a:ext cx="1148156" cy="264687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600"/>
              <a:buFont typeface="Arial"/>
              <a:buNone/>
            </a:pPr>
            <a:r>
              <a:rPr lang="en-US" sz="16600" b="1" i="0" u="none" strike="noStrike" cap="none">
                <a:solidFill>
                  <a:srgbClr val="000000"/>
                </a:solidFill>
                <a:latin typeface="Play"/>
                <a:ea typeface="Play"/>
                <a:cs typeface="Play"/>
                <a:sym typeface="Play"/>
              </a:rPr>
              <a:t>“</a:t>
            </a:r>
            <a:endParaRPr sz="1400" b="0" i="0" u="none" strike="noStrike" cap="none">
              <a:solidFill>
                <a:srgbClr val="000000"/>
              </a:solidFill>
              <a:latin typeface="Arial"/>
              <a:ea typeface="Arial"/>
              <a:cs typeface="Arial"/>
              <a:sym typeface="Arial"/>
            </a:endParaRPr>
          </a:p>
        </p:txBody>
      </p:sp>
      <p:sp>
        <p:nvSpPr>
          <p:cNvPr id="252" name="Google Shape;252;p57"/>
          <p:cNvSpPr txBox="1">
            <a:spLocks noGrp="1"/>
          </p:cNvSpPr>
          <p:nvPr>
            <p:ph type="body" idx="2"/>
          </p:nvPr>
        </p:nvSpPr>
        <p:spPr>
          <a:xfrm>
            <a:off x="1127126" y="4214815"/>
            <a:ext cx="3994151" cy="3651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800"/>
              <a:buFont typeface="Arial"/>
              <a:buNone/>
              <a:defRPr sz="18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3" name="Google Shape;253;p57"/>
          <p:cNvSpPr txBox="1">
            <a:spLocks noGrp="1"/>
          </p:cNvSpPr>
          <p:nvPr>
            <p:ph type="body" idx="3"/>
          </p:nvPr>
        </p:nvSpPr>
        <p:spPr>
          <a:xfrm>
            <a:off x="1127126" y="4524199"/>
            <a:ext cx="3994151" cy="3651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400"/>
              <a:buFont typeface="Arial"/>
              <a:buNone/>
              <a:defRPr sz="14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woHexImages_DkBlue">
  <p:cSld name="TwoHexImages_DkBlue">
    <p:bg>
      <p:bgPr>
        <a:blipFill>
          <a:blip r:embed="rId2">
            <a:alphaModFix/>
          </a:blip>
          <a:stretch>
            <a:fillRect/>
          </a:stretch>
        </a:blipFill>
        <a:effectLst/>
      </p:bgPr>
    </p:bg>
    <p:spTree>
      <p:nvGrpSpPr>
        <p:cNvPr id="1" name="Shape 254"/>
        <p:cNvGrpSpPr/>
        <p:nvPr/>
      </p:nvGrpSpPr>
      <p:grpSpPr>
        <a:xfrm>
          <a:off x="0" y="0"/>
          <a:ext cx="0" cy="0"/>
          <a:chOff x="0" y="0"/>
          <a:chExt cx="0" cy="0"/>
        </a:xfrm>
      </p:grpSpPr>
      <p:pic>
        <p:nvPicPr>
          <p:cNvPr id="255" name="Google Shape;255;p58"/>
          <p:cNvPicPr preferRelativeResize="0"/>
          <p:nvPr/>
        </p:nvPicPr>
        <p:blipFill rotWithShape="1">
          <a:blip r:embed="rId3">
            <a:alphaModFix/>
          </a:blip>
          <a:srcRect/>
          <a:stretch/>
        </p:blipFill>
        <p:spPr>
          <a:xfrm>
            <a:off x="6342229" y="2"/>
            <a:ext cx="8875059" cy="6857999"/>
          </a:xfrm>
          <a:prstGeom prst="rect">
            <a:avLst/>
          </a:prstGeom>
          <a:noFill/>
          <a:ln>
            <a:noFill/>
          </a:ln>
        </p:spPr>
      </p:pic>
      <p:pic>
        <p:nvPicPr>
          <p:cNvPr id="256" name="Google Shape;256;p58"/>
          <p:cNvPicPr preferRelativeResize="0"/>
          <p:nvPr/>
        </p:nvPicPr>
        <p:blipFill rotWithShape="1">
          <a:blip r:embed="rId4">
            <a:alphaModFix/>
          </a:blip>
          <a:srcRect/>
          <a:stretch/>
        </p:blipFill>
        <p:spPr>
          <a:xfrm rot="10800000">
            <a:off x="-1281188" y="3948698"/>
            <a:ext cx="9091864" cy="7025531"/>
          </a:xfrm>
          <a:prstGeom prst="rect">
            <a:avLst/>
          </a:prstGeom>
          <a:noFill/>
          <a:ln>
            <a:noFill/>
          </a:ln>
        </p:spPr>
      </p:pic>
      <p:sp>
        <p:nvSpPr>
          <p:cNvPr id="257" name="Google Shape;257;p58"/>
          <p:cNvSpPr>
            <a:spLocks noGrp="1"/>
          </p:cNvSpPr>
          <p:nvPr>
            <p:ph type="pic" idx="2"/>
          </p:nvPr>
        </p:nvSpPr>
        <p:spPr>
          <a:xfrm>
            <a:off x="5999562" y="2991328"/>
            <a:ext cx="4033319" cy="3897152"/>
          </a:xfrm>
          <a:prstGeom prst="rect">
            <a:avLst/>
          </a:prstGeom>
          <a:solidFill>
            <a:srgbClr val="D8D8D8"/>
          </a:solidFill>
          <a:ln w="57150" cap="flat" cmpd="sng">
            <a:solidFill>
              <a:srgbClr val="00A9DB">
                <a:alpha val="74509"/>
              </a:srgbClr>
            </a:solidFill>
            <a:prstDash val="solid"/>
            <a:round/>
            <a:headEnd type="none" w="sm" len="sm"/>
            <a:tailEnd type="none" w="sm" len="sm"/>
          </a:ln>
        </p:spPr>
      </p:sp>
      <p:sp>
        <p:nvSpPr>
          <p:cNvPr id="258" name="Google Shape;258;p58"/>
          <p:cNvSpPr>
            <a:spLocks noGrp="1"/>
          </p:cNvSpPr>
          <p:nvPr>
            <p:ph type="pic" idx="3"/>
          </p:nvPr>
        </p:nvSpPr>
        <p:spPr>
          <a:xfrm>
            <a:off x="2081285" y="-20320"/>
            <a:ext cx="5187635" cy="5254704"/>
          </a:xfrm>
          <a:prstGeom prst="rect">
            <a:avLst/>
          </a:prstGeom>
          <a:solidFill>
            <a:srgbClr val="D8D8D8"/>
          </a:solidFill>
          <a:ln w="57150" cap="flat" cmpd="sng">
            <a:solidFill>
              <a:srgbClr val="00A9DB">
                <a:alpha val="74509"/>
              </a:srgbClr>
            </a:solidFill>
            <a:prstDash val="solid"/>
            <a:round/>
            <a:headEnd type="none" w="sm" len="sm"/>
            <a:tailEnd type="none" w="sm" len="sm"/>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woHexImages_WHT">
  <p:cSld name="TwoHexImages_WHT">
    <p:bg>
      <p:bgPr>
        <a:blipFill>
          <a:blip r:embed="rId2">
            <a:alphaModFix/>
          </a:blip>
          <a:stretch>
            <a:fillRect/>
          </a:stretch>
        </a:blipFill>
        <a:effectLst/>
      </p:bgPr>
    </p:bg>
    <p:spTree>
      <p:nvGrpSpPr>
        <p:cNvPr id="1" name="Shape 259"/>
        <p:cNvGrpSpPr/>
        <p:nvPr/>
      </p:nvGrpSpPr>
      <p:grpSpPr>
        <a:xfrm>
          <a:off x="0" y="0"/>
          <a:ext cx="0" cy="0"/>
          <a:chOff x="0" y="0"/>
          <a:chExt cx="0" cy="0"/>
        </a:xfrm>
      </p:grpSpPr>
      <p:pic>
        <p:nvPicPr>
          <p:cNvPr id="260" name="Google Shape;260;p59"/>
          <p:cNvPicPr preferRelativeResize="0"/>
          <p:nvPr/>
        </p:nvPicPr>
        <p:blipFill rotWithShape="1">
          <a:blip r:embed="rId3">
            <a:alphaModFix/>
          </a:blip>
          <a:srcRect/>
          <a:stretch/>
        </p:blipFill>
        <p:spPr>
          <a:xfrm>
            <a:off x="6017109" y="2"/>
            <a:ext cx="8875059" cy="6857999"/>
          </a:xfrm>
          <a:prstGeom prst="rect">
            <a:avLst/>
          </a:prstGeom>
          <a:noFill/>
          <a:ln>
            <a:noFill/>
          </a:ln>
        </p:spPr>
      </p:pic>
      <p:sp>
        <p:nvSpPr>
          <p:cNvPr id="261" name="Google Shape;261;p59"/>
          <p:cNvSpPr/>
          <p:nvPr/>
        </p:nvSpPr>
        <p:spPr>
          <a:xfrm rot="10800000">
            <a:off x="-2104208" y="-30480"/>
            <a:ext cx="8875059" cy="4812744"/>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59"/>
          <p:cNvSpPr>
            <a:spLocks noGrp="1"/>
          </p:cNvSpPr>
          <p:nvPr>
            <p:ph type="pic" idx="2"/>
          </p:nvPr>
        </p:nvSpPr>
        <p:spPr>
          <a:xfrm>
            <a:off x="2333322" y="2991328"/>
            <a:ext cx="4033319" cy="3897152"/>
          </a:xfrm>
          <a:prstGeom prst="rect">
            <a:avLst/>
          </a:prstGeom>
          <a:solidFill>
            <a:srgbClr val="D8D8D8"/>
          </a:solidFill>
          <a:ln w="57150" cap="flat" cmpd="sng">
            <a:solidFill>
              <a:srgbClr val="00A9DB">
                <a:alpha val="74509"/>
              </a:srgbClr>
            </a:solidFill>
            <a:prstDash val="solid"/>
            <a:round/>
            <a:headEnd type="none" w="sm" len="sm"/>
            <a:tailEnd type="none" w="sm" len="sm"/>
          </a:ln>
        </p:spPr>
      </p:sp>
      <p:sp>
        <p:nvSpPr>
          <p:cNvPr id="263" name="Google Shape;263;p59"/>
          <p:cNvSpPr>
            <a:spLocks noGrp="1"/>
          </p:cNvSpPr>
          <p:nvPr>
            <p:ph type="pic" idx="3"/>
          </p:nvPr>
        </p:nvSpPr>
        <p:spPr>
          <a:xfrm>
            <a:off x="4214885" y="-71120"/>
            <a:ext cx="5187635" cy="5254704"/>
          </a:xfrm>
          <a:prstGeom prst="rect">
            <a:avLst/>
          </a:prstGeom>
          <a:solidFill>
            <a:srgbClr val="D8D8D8"/>
          </a:solidFill>
          <a:ln w="57150" cap="flat" cmpd="sng">
            <a:solidFill>
              <a:srgbClr val="00A9DB">
                <a:alpha val="74509"/>
              </a:srgbClr>
            </a:solidFill>
            <a:prstDash val="solid"/>
            <a:round/>
            <a:headEnd type="none" w="sm" len="sm"/>
            <a:tailEnd type="none" w="sm" len="sm"/>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AgendaSlide_WHT">
  <p:cSld name="AgendaSlide_WHT">
    <p:bg>
      <p:bgPr>
        <a:blipFill>
          <a:blip r:embed="rId2">
            <a:alphaModFix/>
          </a:blip>
          <a:stretch>
            <a:fillRect/>
          </a:stretch>
        </a:blipFill>
        <a:effectLst/>
      </p:bgPr>
    </p:bg>
    <p:spTree>
      <p:nvGrpSpPr>
        <p:cNvPr id="1" name="Shape 264"/>
        <p:cNvGrpSpPr/>
        <p:nvPr/>
      </p:nvGrpSpPr>
      <p:grpSpPr>
        <a:xfrm>
          <a:off x="0" y="0"/>
          <a:ext cx="0" cy="0"/>
          <a:chOff x="0" y="0"/>
          <a:chExt cx="0" cy="0"/>
        </a:xfrm>
      </p:grpSpPr>
      <p:sp>
        <p:nvSpPr>
          <p:cNvPr id="265" name="Google Shape;265;p60"/>
          <p:cNvSpPr txBox="1">
            <a:spLocks noGrp="1"/>
          </p:cNvSpPr>
          <p:nvPr>
            <p:ph type="title"/>
          </p:nvPr>
        </p:nvSpPr>
        <p:spPr>
          <a:xfrm>
            <a:off x="838200" y="1330326"/>
            <a:ext cx="5257800" cy="93390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3750"/>
              </a:buClr>
              <a:buSzPts val="4000"/>
              <a:buFont typeface="Arial"/>
              <a:buNone/>
              <a:defRPr sz="4000" b="0" i="0">
                <a:solidFill>
                  <a:srgbClr val="003750"/>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6" name="Google Shape;266;p60"/>
          <p:cNvSpPr txBox="1">
            <a:spLocks noGrp="1"/>
          </p:cNvSpPr>
          <p:nvPr>
            <p:ph type="body" idx="1"/>
          </p:nvPr>
        </p:nvSpPr>
        <p:spPr>
          <a:xfrm>
            <a:off x="838200" y="2387602"/>
            <a:ext cx="5257800" cy="3527425"/>
          </a:xfrm>
          <a:prstGeom prst="rect">
            <a:avLst/>
          </a:prstGeom>
          <a:noFill/>
          <a:ln>
            <a:noFill/>
          </a:ln>
        </p:spPr>
        <p:txBody>
          <a:bodyPr spcFirstLastPara="1" wrap="square" lIns="91425" tIns="45700" rIns="91425" bIns="45700" anchor="t" anchorCtr="0">
            <a:noAutofit/>
          </a:bodyPr>
          <a:lstStyle>
            <a:lvl1pPr marL="457200" marR="0" lvl="0" indent="-355600" algn="l" rtl="0">
              <a:lnSpc>
                <a:spcPct val="90000"/>
              </a:lnSpc>
              <a:spcBef>
                <a:spcPts val="1000"/>
              </a:spcBef>
              <a:spcAft>
                <a:spcPts val="0"/>
              </a:spcAft>
              <a:buClr>
                <a:srgbClr val="00A9DB"/>
              </a:buClr>
              <a:buSzPts val="2000"/>
              <a:buFont typeface="Arial"/>
              <a:buChar char="•"/>
              <a:defRPr sz="2000" b="0" i="0" u="none" strike="noStrike" cap="none">
                <a:solidFill>
                  <a:srgbClr val="00A9DB"/>
                </a:solidFill>
                <a:latin typeface="Arial"/>
                <a:ea typeface="Arial"/>
                <a:cs typeface="Arial"/>
                <a:sym typeface="Arial"/>
              </a:defRPr>
            </a:lvl1pPr>
            <a:lvl2pPr marL="914400" marR="0" lvl="1" indent="-342900" algn="l" rtl="0">
              <a:lnSpc>
                <a:spcPct val="90000"/>
              </a:lnSpc>
              <a:spcBef>
                <a:spcPts val="500"/>
              </a:spcBef>
              <a:spcAft>
                <a:spcPts val="0"/>
              </a:spcAft>
              <a:buClr>
                <a:srgbClr val="00A9DB"/>
              </a:buClr>
              <a:buSzPts val="1800"/>
              <a:buFont typeface="Arial"/>
              <a:buChar char="•"/>
              <a:defRPr sz="1800" b="0" i="0" u="none" strike="noStrike" cap="none">
                <a:solidFill>
                  <a:srgbClr val="00A9DB"/>
                </a:solidFill>
                <a:latin typeface="Arial"/>
                <a:ea typeface="Arial"/>
                <a:cs typeface="Arial"/>
                <a:sym typeface="Arial"/>
              </a:defRPr>
            </a:lvl2pPr>
            <a:lvl3pPr marL="1371600" marR="0" lvl="2" indent="-330200" algn="l" rtl="0">
              <a:lnSpc>
                <a:spcPct val="90000"/>
              </a:lnSpc>
              <a:spcBef>
                <a:spcPts val="500"/>
              </a:spcBef>
              <a:spcAft>
                <a:spcPts val="0"/>
              </a:spcAft>
              <a:buClr>
                <a:srgbClr val="00A9DB"/>
              </a:buClr>
              <a:buSzPts val="1600"/>
              <a:buFont typeface="Arial"/>
              <a:buChar char="•"/>
              <a:defRPr sz="1600" b="0" i="0" u="none" strike="noStrike" cap="none">
                <a:solidFill>
                  <a:srgbClr val="00A9DB"/>
                </a:solidFill>
                <a:latin typeface="Arial"/>
                <a:ea typeface="Arial"/>
                <a:cs typeface="Arial"/>
                <a:sym typeface="Arial"/>
              </a:defRPr>
            </a:lvl3pPr>
            <a:lvl4pPr marL="1828800" marR="0" lvl="3" indent="-317500" algn="l" rtl="0">
              <a:lnSpc>
                <a:spcPct val="90000"/>
              </a:lnSpc>
              <a:spcBef>
                <a:spcPts val="500"/>
              </a:spcBef>
              <a:spcAft>
                <a:spcPts val="0"/>
              </a:spcAft>
              <a:buClr>
                <a:srgbClr val="00A9DB"/>
              </a:buClr>
              <a:buSzPts val="1400"/>
              <a:buFont typeface="Arial"/>
              <a:buChar char="•"/>
              <a:defRPr sz="1400" b="0" i="0" u="none" strike="noStrike" cap="none">
                <a:solidFill>
                  <a:srgbClr val="00A9DB"/>
                </a:solidFill>
                <a:latin typeface="Arial"/>
                <a:ea typeface="Arial"/>
                <a:cs typeface="Arial"/>
                <a:sym typeface="Arial"/>
              </a:defRPr>
            </a:lvl4pPr>
            <a:lvl5pPr marL="2286000" marR="0" lvl="4" indent="-317500" algn="l" rtl="0">
              <a:lnSpc>
                <a:spcPct val="90000"/>
              </a:lnSpc>
              <a:spcBef>
                <a:spcPts val="500"/>
              </a:spcBef>
              <a:spcAft>
                <a:spcPts val="0"/>
              </a:spcAft>
              <a:buClr>
                <a:srgbClr val="00A9DB"/>
              </a:buClr>
              <a:buSzPts val="1400"/>
              <a:buFont typeface="Arial"/>
              <a:buChar char="•"/>
              <a:defRPr sz="1400" b="0" i="0" u="none" strike="noStrike" cap="none">
                <a:solidFill>
                  <a:srgbClr val="00A9DB"/>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267" name="Google Shape;267;p60"/>
          <p:cNvPicPr preferRelativeResize="0"/>
          <p:nvPr/>
        </p:nvPicPr>
        <p:blipFill rotWithShape="1">
          <a:blip r:embed="rId3">
            <a:alphaModFix/>
          </a:blip>
          <a:srcRect/>
          <a:stretch/>
        </p:blipFill>
        <p:spPr>
          <a:xfrm rot="10800000">
            <a:off x="3316941" y="0"/>
            <a:ext cx="8875059" cy="6858000"/>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StatSlide_WHT">
  <p:cSld name="StatSlide_WHT">
    <p:bg>
      <p:bgPr>
        <a:blipFill>
          <a:blip r:embed="rId2">
            <a:alphaModFix/>
          </a:blip>
          <a:stretch>
            <a:fillRect/>
          </a:stretch>
        </a:blipFill>
        <a:effectLst/>
      </p:bgPr>
    </p:bg>
    <p:spTree>
      <p:nvGrpSpPr>
        <p:cNvPr id="1" name="Shape 268"/>
        <p:cNvGrpSpPr/>
        <p:nvPr/>
      </p:nvGrpSpPr>
      <p:grpSpPr>
        <a:xfrm>
          <a:off x="0" y="0"/>
          <a:ext cx="0" cy="0"/>
          <a:chOff x="0" y="0"/>
          <a:chExt cx="0" cy="0"/>
        </a:xfrm>
      </p:grpSpPr>
      <p:pic>
        <p:nvPicPr>
          <p:cNvPr id="269" name="Google Shape;269;p61"/>
          <p:cNvPicPr preferRelativeResize="0"/>
          <p:nvPr/>
        </p:nvPicPr>
        <p:blipFill rotWithShape="1">
          <a:blip r:embed="rId3">
            <a:alphaModFix/>
          </a:blip>
          <a:srcRect/>
          <a:stretch/>
        </p:blipFill>
        <p:spPr>
          <a:xfrm rot="10800000" flipH="1">
            <a:off x="3316941" y="0"/>
            <a:ext cx="8875059" cy="6858000"/>
          </a:xfrm>
          <a:prstGeom prst="rect">
            <a:avLst/>
          </a:prstGeom>
          <a:noFill/>
          <a:ln>
            <a:noFill/>
          </a:ln>
        </p:spPr>
      </p:pic>
      <p:sp>
        <p:nvSpPr>
          <p:cNvPr id="270" name="Google Shape;270;p61"/>
          <p:cNvSpPr txBox="1">
            <a:spLocks noGrp="1"/>
          </p:cNvSpPr>
          <p:nvPr>
            <p:ph type="title"/>
          </p:nvPr>
        </p:nvSpPr>
        <p:spPr>
          <a:xfrm>
            <a:off x="-1" y="2040584"/>
            <a:ext cx="7473949" cy="1993062"/>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SzPts val="15000"/>
              <a:buFont typeface="Arial"/>
              <a:buNone/>
              <a:defRPr sz="15000" b="0" i="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1" name="Google Shape;271;p61"/>
          <p:cNvSpPr txBox="1">
            <a:spLocks noGrp="1"/>
          </p:cNvSpPr>
          <p:nvPr>
            <p:ph type="body" idx="1"/>
          </p:nvPr>
        </p:nvSpPr>
        <p:spPr>
          <a:xfrm>
            <a:off x="4560635" y="3547360"/>
            <a:ext cx="7473951" cy="61213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3750"/>
              </a:buClr>
              <a:buSzPts val="3600"/>
              <a:buFont typeface="Arial"/>
              <a:buNone/>
              <a:defRPr sz="3600" b="0" i="0"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StatSlide_DkBlue">
  <p:cSld name="StatSlide_DkBlue">
    <p:bg>
      <p:bgPr>
        <a:blipFill>
          <a:blip r:embed="rId2">
            <a:alphaModFix/>
          </a:blip>
          <a:stretch>
            <a:fillRect/>
          </a:stretch>
        </a:blipFill>
        <a:effectLst/>
      </p:bgPr>
    </p:bg>
    <p:spTree>
      <p:nvGrpSpPr>
        <p:cNvPr id="1" name="Shape 272"/>
        <p:cNvGrpSpPr/>
        <p:nvPr/>
      </p:nvGrpSpPr>
      <p:grpSpPr>
        <a:xfrm>
          <a:off x="0" y="0"/>
          <a:ext cx="0" cy="0"/>
          <a:chOff x="0" y="0"/>
          <a:chExt cx="0" cy="0"/>
        </a:xfrm>
      </p:grpSpPr>
      <p:pic>
        <p:nvPicPr>
          <p:cNvPr id="273" name="Google Shape;273;p62"/>
          <p:cNvPicPr preferRelativeResize="0"/>
          <p:nvPr/>
        </p:nvPicPr>
        <p:blipFill rotWithShape="1">
          <a:blip r:embed="rId3">
            <a:alphaModFix/>
          </a:blip>
          <a:srcRect/>
          <a:stretch/>
        </p:blipFill>
        <p:spPr>
          <a:xfrm rot="10800000">
            <a:off x="4183215" y="2"/>
            <a:ext cx="8875059" cy="6857999"/>
          </a:xfrm>
          <a:prstGeom prst="rect">
            <a:avLst/>
          </a:prstGeom>
          <a:noFill/>
          <a:ln>
            <a:noFill/>
          </a:ln>
        </p:spPr>
      </p:pic>
      <p:sp>
        <p:nvSpPr>
          <p:cNvPr id="274" name="Google Shape;274;p62"/>
          <p:cNvSpPr txBox="1">
            <a:spLocks noGrp="1"/>
          </p:cNvSpPr>
          <p:nvPr>
            <p:ph type="title"/>
          </p:nvPr>
        </p:nvSpPr>
        <p:spPr>
          <a:xfrm>
            <a:off x="-1" y="2442920"/>
            <a:ext cx="7473949" cy="1993062"/>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SzPts val="15000"/>
              <a:buFont typeface="Arial"/>
              <a:buNone/>
              <a:defRPr sz="15000" b="0" i="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5" name="Google Shape;275;p62"/>
          <p:cNvSpPr txBox="1">
            <a:spLocks noGrp="1"/>
          </p:cNvSpPr>
          <p:nvPr>
            <p:ph type="body" idx="1"/>
          </p:nvPr>
        </p:nvSpPr>
        <p:spPr>
          <a:xfrm>
            <a:off x="4560635" y="3949696"/>
            <a:ext cx="7473951" cy="61213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3600"/>
              <a:buFont typeface="Arial"/>
              <a:buNone/>
              <a:defRPr sz="36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276"/>
        <p:cNvGrpSpPr/>
        <p:nvPr/>
      </p:nvGrpSpPr>
      <p:grpSpPr>
        <a:xfrm>
          <a:off x="0" y="0"/>
          <a:ext cx="0" cy="0"/>
          <a:chOff x="0" y="0"/>
          <a:chExt cx="0" cy="0"/>
        </a:xfrm>
      </p:grpSpPr>
      <p:sp>
        <p:nvSpPr>
          <p:cNvPr id="277" name="Google Shape;277;p63"/>
          <p:cNvSpPr>
            <a:spLocks noGrp="1"/>
          </p:cNvSpPr>
          <p:nvPr>
            <p:ph type="pic" idx="2"/>
          </p:nvPr>
        </p:nvSpPr>
        <p:spPr>
          <a:xfrm>
            <a:off x="4109704" y="1137603"/>
            <a:ext cx="3972591" cy="4582793"/>
          </a:xfrm>
          <a:prstGeom prst="rect">
            <a:avLst/>
          </a:prstGeom>
          <a:solidFill>
            <a:srgbClr val="A8A7AB"/>
          </a:solid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Slide-DkBlue">
  <p:cSld name="Title Slide-DkBlue">
    <p:bg>
      <p:bgPr>
        <a:blipFill>
          <a:blip r:embed="rId2">
            <a:alphaModFix/>
          </a:blip>
          <a:stretch>
            <a:fillRect/>
          </a:stretch>
        </a:blipFill>
        <a:effectLst/>
      </p:bgPr>
    </p:bg>
    <p:spTree>
      <p:nvGrpSpPr>
        <p:cNvPr id="1" name="Shape 281"/>
        <p:cNvGrpSpPr/>
        <p:nvPr/>
      </p:nvGrpSpPr>
      <p:grpSpPr>
        <a:xfrm>
          <a:off x="0" y="0"/>
          <a:ext cx="0" cy="0"/>
          <a:chOff x="0" y="0"/>
          <a:chExt cx="0" cy="0"/>
        </a:xfrm>
      </p:grpSpPr>
      <p:sp>
        <p:nvSpPr>
          <p:cNvPr id="282" name="Google Shape;282;p65"/>
          <p:cNvSpPr txBox="1">
            <a:spLocks noGrp="1"/>
          </p:cNvSpPr>
          <p:nvPr>
            <p:ph type="ctrTitle"/>
          </p:nvPr>
        </p:nvSpPr>
        <p:spPr>
          <a:xfrm>
            <a:off x="1524000" y="2828545"/>
            <a:ext cx="9144000" cy="101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5400"/>
              <a:buFont typeface="Arial"/>
              <a:buNone/>
              <a:defRPr sz="5400" b="0"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3" name="Google Shape;283;p65"/>
          <p:cNvSpPr txBox="1">
            <a:spLocks noGrp="1"/>
          </p:cNvSpPr>
          <p:nvPr>
            <p:ph type="subTitle" idx="1"/>
          </p:nvPr>
        </p:nvSpPr>
        <p:spPr>
          <a:xfrm>
            <a:off x="1524000" y="3690652"/>
            <a:ext cx="9144000" cy="433500"/>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rgbClr val="00A9DB"/>
              </a:buClr>
              <a:buSzPts val="2800"/>
              <a:buFont typeface="Arial"/>
              <a:buNone/>
              <a:defRPr sz="2800" b="0" i="0" u="none" strike="noStrike" cap="none">
                <a:solidFill>
                  <a:srgbClr val="00A9DB"/>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284" name="Google Shape;284;p65"/>
          <p:cNvSpPr txBox="1">
            <a:spLocks noGrp="1"/>
          </p:cNvSpPr>
          <p:nvPr>
            <p:ph type="body" idx="2"/>
          </p:nvPr>
        </p:nvSpPr>
        <p:spPr>
          <a:xfrm>
            <a:off x="4144963" y="6302564"/>
            <a:ext cx="3902100" cy="34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A8A7AB"/>
              </a:buClr>
              <a:buSzPts val="2000"/>
              <a:buFont typeface="Arial"/>
              <a:buNone/>
              <a:defRPr sz="2000" b="0" i="0" u="none" strike="noStrike" cap="none">
                <a:solidFill>
                  <a:srgbClr val="A8A7AB"/>
                </a:solidFill>
                <a:latin typeface="Play"/>
                <a:ea typeface="Play"/>
                <a:cs typeface="Play"/>
                <a:sym typeface="Play"/>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InfoSlideWithPic_DkBlue">
  <p:cSld name="InfoSlideWithPic_DkBlue">
    <p:bg>
      <p:bgPr>
        <a:blipFill>
          <a:blip r:embed="rId2">
            <a:alphaModFix/>
          </a:blip>
          <a:stretch>
            <a:fillRect/>
          </a:stretch>
        </a:blipFill>
        <a:effectLst/>
      </p:bgPr>
    </p:bg>
    <p:spTree>
      <p:nvGrpSpPr>
        <p:cNvPr id="1" name="Shape 285"/>
        <p:cNvGrpSpPr/>
        <p:nvPr/>
      </p:nvGrpSpPr>
      <p:grpSpPr>
        <a:xfrm>
          <a:off x="0" y="0"/>
          <a:ext cx="0" cy="0"/>
          <a:chOff x="0" y="0"/>
          <a:chExt cx="0" cy="0"/>
        </a:xfrm>
      </p:grpSpPr>
      <p:pic>
        <p:nvPicPr>
          <p:cNvPr id="286" name="Google Shape;286;p66"/>
          <p:cNvPicPr preferRelativeResize="0"/>
          <p:nvPr/>
        </p:nvPicPr>
        <p:blipFill rotWithShape="1">
          <a:blip r:embed="rId3">
            <a:alphaModFix/>
          </a:blip>
          <a:srcRect/>
          <a:stretch/>
        </p:blipFill>
        <p:spPr>
          <a:xfrm rot="10800000" flipH="1">
            <a:off x="3316941" y="6925"/>
            <a:ext cx="8875057" cy="6858001"/>
          </a:xfrm>
          <a:prstGeom prst="rect">
            <a:avLst/>
          </a:prstGeom>
          <a:noFill/>
          <a:ln>
            <a:noFill/>
          </a:ln>
        </p:spPr>
      </p:pic>
      <p:sp>
        <p:nvSpPr>
          <p:cNvPr id="287" name="Google Shape;287;p66"/>
          <p:cNvSpPr>
            <a:spLocks noGrp="1"/>
          </p:cNvSpPr>
          <p:nvPr>
            <p:ph type="pic" idx="2"/>
          </p:nvPr>
        </p:nvSpPr>
        <p:spPr>
          <a:xfrm>
            <a:off x="6102725" y="4"/>
            <a:ext cx="6098400" cy="6864900"/>
          </a:xfrm>
          <a:prstGeom prst="rect">
            <a:avLst/>
          </a:prstGeom>
          <a:solidFill>
            <a:srgbClr val="D8D8D8"/>
          </a:solidFill>
          <a:ln>
            <a:noFill/>
          </a:ln>
        </p:spPr>
      </p:sp>
      <p:sp>
        <p:nvSpPr>
          <p:cNvPr id="288" name="Google Shape;288;p66"/>
          <p:cNvSpPr txBox="1">
            <a:spLocks noGrp="1"/>
          </p:cNvSpPr>
          <p:nvPr>
            <p:ph type="body" idx="1"/>
          </p:nvPr>
        </p:nvSpPr>
        <p:spPr>
          <a:xfrm>
            <a:off x="660817" y="1964338"/>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89" name="Google Shape;289;p66"/>
          <p:cNvSpPr txBox="1">
            <a:spLocks noGrp="1"/>
          </p:cNvSpPr>
          <p:nvPr>
            <p:ph type="body" idx="3"/>
          </p:nvPr>
        </p:nvSpPr>
        <p:spPr>
          <a:xfrm>
            <a:off x="660400" y="280987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Slide_LtBlue">
  <p:cSld name="Title Slide_LtBlue">
    <p:bg>
      <p:bgPr>
        <a:blipFill>
          <a:blip r:embed="rId2">
            <a:alphaModFix/>
          </a:blip>
          <a:stretch>
            <a:fillRect/>
          </a:stretch>
        </a:blipFill>
        <a:effectLst/>
      </p:bgPr>
    </p:bg>
    <p:spTree>
      <p:nvGrpSpPr>
        <p:cNvPr id="1" name="Shape 290"/>
        <p:cNvGrpSpPr/>
        <p:nvPr/>
      </p:nvGrpSpPr>
      <p:grpSpPr>
        <a:xfrm>
          <a:off x="0" y="0"/>
          <a:ext cx="0" cy="0"/>
          <a:chOff x="0" y="0"/>
          <a:chExt cx="0" cy="0"/>
        </a:xfrm>
      </p:grpSpPr>
      <p:sp>
        <p:nvSpPr>
          <p:cNvPr id="291" name="Google Shape;291;p67"/>
          <p:cNvSpPr txBox="1">
            <a:spLocks noGrp="1"/>
          </p:cNvSpPr>
          <p:nvPr>
            <p:ph type="ctrTitle"/>
          </p:nvPr>
        </p:nvSpPr>
        <p:spPr>
          <a:xfrm>
            <a:off x="438912" y="2828545"/>
            <a:ext cx="9144000" cy="1010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5400"/>
              <a:buFont typeface="Arial"/>
              <a:buNone/>
              <a:defRPr sz="5400" b="0"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2" name="Google Shape;292;p67"/>
          <p:cNvSpPr txBox="1">
            <a:spLocks noGrp="1"/>
          </p:cNvSpPr>
          <p:nvPr>
            <p:ph type="subTitle" idx="1"/>
          </p:nvPr>
        </p:nvSpPr>
        <p:spPr>
          <a:xfrm>
            <a:off x="438912" y="3690652"/>
            <a:ext cx="9144000" cy="4335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rgbClr val="003750"/>
              </a:buClr>
              <a:buSzPts val="2800"/>
              <a:buFont typeface="Arial"/>
              <a:buNone/>
              <a:defRPr sz="2800" b="0" i="0" u="none" strike="noStrike" cap="none">
                <a:solidFill>
                  <a:srgbClr val="003750"/>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293" name="Google Shape;293;p67"/>
          <p:cNvSpPr txBox="1">
            <a:spLocks noGrp="1"/>
          </p:cNvSpPr>
          <p:nvPr>
            <p:ph type="body" idx="2"/>
          </p:nvPr>
        </p:nvSpPr>
        <p:spPr>
          <a:xfrm>
            <a:off x="438913" y="6302564"/>
            <a:ext cx="3902100" cy="348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000"/>
              <a:buFont typeface="Arial"/>
              <a:buNone/>
              <a:defRPr sz="2000" b="0" i="0" u="none" strike="noStrike" cap="none">
                <a:solidFill>
                  <a:schemeClr val="dk1"/>
                </a:solidFill>
                <a:latin typeface="Play"/>
                <a:ea typeface="Play"/>
                <a:cs typeface="Play"/>
                <a:sym typeface="Play"/>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InfoSlideWithPics_LtBlue">
  <p:cSld name="InfoSlideWithPics_LtBlue">
    <p:bg>
      <p:bgPr>
        <a:blipFill>
          <a:blip r:embed="rId2">
            <a:alphaModFix/>
          </a:blip>
          <a:stretch>
            <a:fillRect/>
          </a:stretch>
        </a:blipFill>
        <a:effectLst/>
      </p:bgPr>
    </p:bg>
    <p:spTree>
      <p:nvGrpSpPr>
        <p:cNvPr id="1" name="Shape 294"/>
        <p:cNvGrpSpPr/>
        <p:nvPr/>
      </p:nvGrpSpPr>
      <p:grpSpPr>
        <a:xfrm>
          <a:off x="0" y="0"/>
          <a:ext cx="0" cy="0"/>
          <a:chOff x="0" y="0"/>
          <a:chExt cx="0" cy="0"/>
        </a:xfrm>
      </p:grpSpPr>
      <p:pic>
        <p:nvPicPr>
          <p:cNvPr id="295" name="Google Shape;295;p68"/>
          <p:cNvPicPr preferRelativeResize="0"/>
          <p:nvPr/>
        </p:nvPicPr>
        <p:blipFill rotWithShape="1">
          <a:blip r:embed="rId3">
            <a:alphaModFix/>
          </a:blip>
          <a:srcRect/>
          <a:stretch/>
        </p:blipFill>
        <p:spPr>
          <a:xfrm flipH="1">
            <a:off x="925609" y="0"/>
            <a:ext cx="8875057" cy="6858001"/>
          </a:xfrm>
          <a:prstGeom prst="rect">
            <a:avLst/>
          </a:prstGeom>
          <a:noFill/>
          <a:ln>
            <a:noFill/>
          </a:ln>
        </p:spPr>
      </p:pic>
      <p:sp>
        <p:nvSpPr>
          <p:cNvPr id="296" name="Google Shape;296;p68"/>
          <p:cNvSpPr txBox="1">
            <a:spLocks noGrp="1"/>
          </p:cNvSpPr>
          <p:nvPr>
            <p:ph type="body" idx="1"/>
          </p:nvPr>
        </p:nvSpPr>
        <p:spPr>
          <a:xfrm>
            <a:off x="660817" y="1964338"/>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97" name="Google Shape;297;p68"/>
          <p:cNvSpPr txBox="1">
            <a:spLocks noGrp="1"/>
          </p:cNvSpPr>
          <p:nvPr>
            <p:ph type="body" idx="2"/>
          </p:nvPr>
        </p:nvSpPr>
        <p:spPr>
          <a:xfrm>
            <a:off x="660400" y="280987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98" name="Google Shape;298;p68"/>
          <p:cNvSpPr>
            <a:spLocks noGrp="1"/>
          </p:cNvSpPr>
          <p:nvPr>
            <p:ph type="pic" idx="3"/>
          </p:nvPr>
        </p:nvSpPr>
        <p:spPr>
          <a:xfrm>
            <a:off x="7562850" y="2"/>
            <a:ext cx="4629300" cy="3429000"/>
          </a:xfrm>
          <a:prstGeom prst="rect">
            <a:avLst/>
          </a:prstGeom>
          <a:solidFill>
            <a:srgbClr val="D8D8D8"/>
          </a:solidFill>
          <a:ln>
            <a:noFill/>
          </a:ln>
        </p:spPr>
      </p:sp>
      <p:sp>
        <p:nvSpPr>
          <p:cNvPr id="299" name="Google Shape;299;p68"/>
          <p:cNvSpPr>
            <a:spLocks noGrp="1"/>
          </p:cNvSpPr>
          <p:nvPr>
            <p:ph type="pic" idx="4"/>
          </p:nvPr>
        </p:nvSpPr>
        <p:spPr>
          <a:xfrm>
            <a:off x="7562850" y="3429003"/>
            <a:ext cx="4629300" cy="3429000"/>
          </a:xfrm>
          <a:prstGeom prst="rect">
            <a:avLst/>
          </a:prstGeom>
          <a:solidFill>
            <a:srgbClr val="D8D8D8"/>
          </a:solidFill>
          <a:ln>
            <a:noFill/>
          </a:ln>
        </p:spPr>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InfoSlideWithPic_WHT">
  <p:cSld name="InfoSlideWithPic_WHT">
    <p:bg>
      <p:bgPr>
        <a:blipFill>
          <a:blip r:embed="rId2">
            <a:alphaModFix/>
          </a:blip>
          <a:stretch>
            <a:fillRect/>
          </a:stretch>
        </a:blipFill>
        <a:effectLst/>
      </p:bgPr>
    </p:bg>
    <p:spTree>
      <p:nvGrpSpPr>
        <p:cNvPr id="1" name="Shape 300"/>
        <p:cNvGrpSpPr/>
        <p:nvPr/>
      </p:nvGrpSpPr>
      <p:grpSpPr>
        <a:xfrm>
          <a:off x="0" y="0"/>
          <a:ext cx="0" cy="0"/>
          <a:chOff x="0" y="0"/>
          <a:chExt cx="0" cy="0"/>
        </a:xfrm>
      </p:grpSpPr>
      <p:pic>
        <p:nvPicPr>
          <p:cNvPr id="301" name="Google Shape;301;p69"/>
          <p:cNvPicPr preferRelativeResize="0"/>
          <p:nvPr/>
        </p:nvPicPr>
        <p:blipFill rotWithShape="1">
          <a:blip r:embed="rId3">
            <a:alphaModFix/>
          </a:blip>
          <a:srcRect/>
          <a:stretch/>
        </p:blipFill>
        <p:spPr>
          <a:xfrm>
            <a:off x="491427" y="-5681"/>
            <a:ext cx="8889764" cy="6869364"/>
          </a:xfrm>
          <a:prstGeom prst="rect">
            <a:avLst/>
          </a:prstGeom>
          <a:noFill/>
          <a:ln>
            <a:noFill/>
          </a:ln>
        </p:spPr>
      </p:pic>
      <p:sp>
        <p:nvSpPr>
          <p:cNvPr id="302" name="Google Shape;302;p69"/>
          <p:cNvSpPr txBox="1">
            <a:spLocks noGrp="1"/>
          </p:cNvSpPr>
          <p:nvPr>
            <p:ph type="body" idx="1"/>
          </p:nvPr>
        </p:nvSpPr>
        <p:spPr>
          <a:xfrm>
            <a:off x="5985170" y="1628670"/>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3750"/>
              </a:buClr>
              <a:buSzPts val="4000"/>
              <a:buFont typeface="Arial"/>
              <a:buNone/>
              <a:defRPr sz="4000" b="0" i="0"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3" name="Google Shape;303;p69"/>
          <p:cNvSpPr txBox="1">
            <a:spLocks noGrp="1"/>
          </p:cNvSpPr>
          <p:nvPr>
            <p:ph type="body" idx="2"/>
          </p:nvPr>
        </p:nvSpPr>
        <p:spPr>
          <a:xfrm>
            <a:off x="5984260" y="243215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A8A7AB"/>
              </a:buClr>
              <a:buSzPts val="1600"/>
              <a:buFont typeface="Arial"/>
              <a:buNone/>
              <a:defRPr sz="1600" b="0" i="0" u="none" strike="noStrike" cap="none">
                <a:solidFill>
                  <a:srgbClr val="A8A7AB"/>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4" name="Google Shape;304;p69"/>
          <p:cNvSpPr>
            <a:spLocks noGrp="1"/>
          </p:cNvSpPr>
          <p:nvPr>
            <p:ph type="pic" idx="3"/>
          </p:nvPr>
        </p:nvSpPr>
        <p:spPr>
          <a:xfrm>
            <a:off x="-4811" y="362100"/>
            <a:ext cx="3893100" cy="6124800"/>
          </a:xfrm>
          <a:prstGeom prst="rect">
            <a:avLst/>
          </a:prstGeom>
          <a:solidFill>
            <a:srgbClr val="D8D8D8"/>
          </a:solidFill>
          <a:ln>
            <a:noFill/>
          </a:ln>
        </p:spPr>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InfoSlide_DkBlue">
  <p:cSld name="InfoSlide_DkBlue">
    <p:bg>
      <p:bgPr>
        <a:blipFill>
          <a:blip r:embed="rId2">
            <a:alphaModFix/>
          </a:blip>
          <a:stretch>
            <a:fillRect/>
          </a:stretch>
        </a:blipFill>
        <a:effectLst/>
      </p:bgPr>
    </p:bg>
    <p:spTree>
      <p:nvGrpSpPr>
        <p:cNvPr id="1" name="Shape 305"/>
        <p:cNvGrpSpPr/>
        <p:nvPr/>
      </p:nvGrpSpPr>
      <p:grpSpPr>
        <a:xfrm>
          <a:off x="0" y="0"/>
          <a:ext cx="0" cy="0"/>
          <a:chOff x="0" y="0"/>
          <a:chExt cx="0" cy="0"/>
        </a:xfrm>
      </p:grpSpPr>
      <p:pic>
        <p:nvPicPr>
          <p:cNvPr id="306" name="Google Shape;306;p70"/>
          <p:cNvPicPr preferRelativeResize="0"/>
          <p:nvPr/>
        </p:nvPicPr>
        <p:blipFill rotWithShape="1">
          <a:blip r:embed="rId3">
            <a:alphaModFix/>
          </a:blip>
          <a:srcRect/>
          <a:stretch/>
        </p:blipFill>
        <p:spPr>
          <a:xfrm flipH="1">
            <a:off x="3316943" y="2"/>
            <a:ext cx="8875057" cy="6858001"/>
          </a:xfrm>
          <a:prstGeom prst="rect">
            <a:avLst/>
          </a:prstGeom>
          <a:noFill/>
          <a:ln>
            <a:noFill/>
          </a:ln>
        </p:spPr>
      </p:pic>
      <p:sp>
        <p:nvSpPr>
          <p:cNvPr id="307" name="Google Shape;307;p70"/>
          <p:cNvSpPr txBox="1">
            <a:spLocks noGrp="1"/>
          </p:cNvSpPr>
          <p:nvPr>
            <p:ph type="body" idx="1"/>
          </p:nvPr>
        </p:nvSpPr>
        <p:spPr>
          <a:xfrm>
            <a:off x="660817" y="1964338"/>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8" name="Google Shape;308;p70"/>
          <p:cNvSpPr txBox="1">
            <a:spLocks noGrp="1"/>
          </p:cNvSpPr>
          <p:nvPr>
            <p:ph type="body" idx="2"/>
          </p:nvPr>
        </p:nvSpPr>
        <p:spPr>
          <a:xfrm>
            <a:off x="660400" y="280987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InfoSlide_LtBlue">
  <p:cSld name="InfoSlide_LtBlue">
    <p:bg>
      <p:bgPr>
        <a:blipFill>
          <a:blip r:embed="rId2">
            <a:alphaModFix/>
          </a:blip>
          <a:stretch>
            <a:fillRect/>
          </a:stretch>
        </a:blipFill>
        <a:effectLst/>
      </p:bgPr>
    </p:bg>
    <p:spTree>
      <p:nvGrpSpPr>
        <p:cNvPr id="1" name="Shape 309"/>
        <p:cNvGrpSpPr/>
        <p:nvPr/>
      </p:nvGrpSpPr>
      <p:grpSpPr>
        <a:xfrm>
          <a:off x="0" y="0"/>
          <a:ext cx="0" cy="0"/>
          <a:chOff x="0" y="0"/>
          <a:chExt cx="0" cy="0"/>
        </a:xfrm>
      </p:grpSpPr>
      <p:sp>
        <p:nvSpPr>
          <p:cNvPr id="310" name="Google Shape;310;p71"/>
          <p:cNvSpPr txBox="1">
            <a:spLocks noGrp="1"/>
          </p:cNvSpPr>
          <p:nvPr>
            <p:ph type="body" idx="1"/>
          </p:nvPr>
        </p:nvSpPr>
        <p:spPr>
          <a:xfrm>
            <a:off x="660817" y="1964338"/>
            <a:ext cx="5103000" cy="60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11" name="Google Shape;311;p71"/>
          <p:cNvSpPr txBox="1">
            <a:spLocks noGrp="1"/>
          </p:cNvSpPr>
          <p:nvPr>
            <p:ph type="body" idx="2"/>
          </p:nvPr>
        </p:nvSpPr>
        <p:spPr>
          <a:xfrm>
            <a:off x="660400" y="280987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312" name="Google Shape;312;p71"/>
          <p:cNvPicPr preferRelativeResize="0"/>
          <p:nvPr/>
        </p:nvPicPr>
        <p:blipFill rotWithShape="1">
          <a:blip r:embed="rId3">
            <a:alphaModFix/>
          </a:blip>
          <a:srcRect/>
          <a:stretch/>
        </p:blipFill>
        <p:spPr>
          <a:xfrm flipH="1">
            <a:off x="3316943" y="2"/>
            <a:ext cx="8875057" cy="6858001"/>
          </a:xfrm>
          <a:prstGeom prst="rect">
            <a:avLst/>
          </a:prstGeom>
          <a:noFill/>
          <a:ln>
            <a:noFill/>
          </a:ln>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2_InfoSlide_DkBlue">
  <p:cSld name="2_InfoSlide_DkBlue">
    <p:bg>
      <p:bgPr>
        <a:blipFill>
          <a:blip r:embed="rId2">
            <a:alphaModFix/>
          </a:blip>
          <a:stretch>
            <a:fillRect/>
          </a:stretch>
        </a:blipFill>
        <a:effectLst/>
      </p:bgPr>
    </p:bg>
    <p:spTree>
      <p:nvGrpSpPr>
        <p:cNvPr id="1" name="Shape 313"/>
        <p:cNvGrpSpPr/>
        <p:nvPr/>
      </p:nvGrpSpPr>
      <p:grpSpPr>
        <a:xfrm>
          <a:off x="0" y="0"/>
          <a:ext cx="0" cy="0"/>
          <a:chOff x="0" y="0"/>
          <a:chExt cx="0" cy="0"/>
        </a:xfrm>
      </p:grpSpPr>
      <p:pic>
        <p:nvPicPr>
          <p:cNvPr id="314" name="Google Shape;314;p72"/>
          <p:cNvPicPr preferRelativeResize="0"/>
          <p:nvPr/>
        </p:nvPicPr>
        <p:blipFill rotWithShape="1">
          <a:blip r:embed="rId3">
            <a:alphaModFix/>
          </a:blip>
          <a:srcRect/>
          <a:stretch/>
        </p:blipFill>
        <p:spPr>
          <a:xfrm>
            <a:off x="0" y="0"/>
            <a:ext cx="8875057" cy="6858001"/>
          </a:xfrm>
          <a:prstGeom prst="rect">
            <a:avLst/>
          </a:prstGeom>
          <a:noFill/>
          <a:ln>
            <a:noFill/>
          </a:ln>
        </p:spPr>
      </p:pic>
      <p:sp>
        <p:nvSpPr>
          <p:cNvPr id="315" name="Google Shape;315;p72"/>
          <p:cNvSpPr txBox="1">
            <a:spLocks noGrp="1"/>
          </p:cNvSpPr>
          <p:nvPr>
            <p:ph type="body" idx="1"/>
          </p:nvPr>
        </p:nvSpPr>
        <p:spPr>
          <a:xfrm>
            <a:off x="660817" y="2389745"/>
            <a:ext cx="5103000" cy="14646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rgbClr val="003750"/>
              </a:buClr>
              <a:buSzPts val="4000"/>
              <a:buFont typeface="Arial"/>
              <a:buNone/>
              <a:defRPr sz="4000" b="0" i="0"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16" name="Google Shape;316;p72"/>
          <p:cNvSpPr txBox="1">
            <a:spLocks noGrp="1"/>
          </p:cNvSpPr>
          <p:nvPr>
            <p:ph type="body" idx="2"/>
          </p:nvPr>
        </p:nvSpPr>
        <p:spPr>
          <a:xfrm>
            <a:off x="5998520" y="2389747"/>
            <a:ext cx="5103900" cy="279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A8A7AB"/>
              </a:buClr>
              <a:buSzPts val="1600"/>
              <a:buFont typeface="Arial"/>
              <a:buNone/>
              <a:defRPr sz="1600" b="0" i="0" u="none" strike="noStrike" cap="none">
                <a:solidFill>
                  <a:srgbClr val="A8A7AB"/>
                </a:solidFill>
                <a:latin typeface="Play"/>
                <a:ea typeface="Play"/>
                <a:cs typeface="Play"/>
                <a:sym typeface="Play"/>
              </a:defRPr>
            </a:lvl1pPr>
            <a:lvl2pPr marL="914400" marR="0" lvl="1"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Play"/>
                <a:ea typeface="Play"/>
                <a:cs typeface="Play"/>
                <a:sym typeface="Play"/>
              </a:defRPr>
            </a:lvl2pPr>
            <a:lvl3pPr marL="1371600" marR="0" lvl="2"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Play"/>
                <a:ea typeface="Play"/>
                <a:cs typeface="Play"/>
                <a:sym typeface="Play"/>
              </a:defRPr>
            </a:lvl3pPr>
            <a:lvl4pPr marL="1828800" marR="0" lvl="3"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4pPr>
            <a:lvl5pPr marL="2286000" marR="0" lvl="4" indent="-304800" algn="l" rtl="0">
              <a:lnSpc>
                <a:spcPct val="90000"/>
              </a:lnSpc>
              <a:spcBef>
                <a:spcPts val="500"/>
              </a:spcBef>
              <a:spcAft>
                <a:spcPts val="0"/>
              </a:spcAft>
              <a:buClr>
                <a:schemeClr val="lt1"/>
              </a:buClr>
              <a:buSzPts val="1200"/>
              <a:buFont typeface="Arial"/>
              <a:buChar char="•"/>
              <a:defRPr sz="1200" b="0" i="0" u="none" strike="noStrike" cap="none">
                <a:solidFill>
                  <a:schemeClr val="lt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SectionDivider_DkBlue">
  <p:cSld name="SectionDivider_DkBlue">
    <p:bg>
      <p:bgPr>
        <a:blipFill>
          <a:blip r:embed="rId2">
            <a:alphaModFix/>
          </a:blip>
          <a:stretch>
            <a:fillRect/>
          </a:stretch>
        </a:blipFill>
        <a:effectLst/>
      </p:bgPr>
    </p:bg>
    <p:spTree>
      <p:nvGrpSpPr>
        <p:cNvPr id="1" name="Shape 317"/>
        <p:cNvGrpSpPr/>
        <p:nvPr/>
      </p:nvGrpSpPr>
      <p:grpSpPr>
        <a:xfrm>
          <a:off x="0" y="0"/>
          <a:ext cx="0" cy="0"/>
          <a:chOff x="0" y="0"/>
          <a:chExt cx="0" cy="0"/>
        </a:xfrm>
      </p:grpSpPr>
      <p:pic>
        <p:nvPicPr>
          <p:cNvPr id="318" name="Google Shape;318;p73"/>
          <p:cNvPicPr preferRelativeResize="0"/>
          <p:nvPr/>
        </p:nvPicPr>
        <p:blipFill rotWithShape="1">
          <a:blip r:embed="rId3">
            <a:alphaModFix/>
          </a:blip>
          <a:srcRect/>
          <a:stretch/>
        </p:blipFill>
        <p:spPr>
          <a:xfrm flipH="1">
            <a:off x="3316942" y="2"/>
            <a:ext cx="8875057" cy="6858001"/>
          </a:xfrm>
          <a:prstGeom prst="rect">
            <a:avLst/>
          </a:prstGeom>
          <a:noFill/>
          <a:ln>
            <a:noFill/>
          </a:ln>
        </p:spPr>
      </p:pic>
      <p:sp>
        <p:nvSpPr>
          <p:cNvPr id="319" name="Google Shape;319;p73"/>
          <p:cNvSpPr>
            <a:spLocks noGrp="1"/>
          </p:cNvSpPr>
          <p:nvPr>
            <p:ph type="pic" idx="2"/>
          </p:nvPr>
        </p:nvSpPr>
        <p:spPr>
          <a:xfrm>
            <a:off x="2" y="2057400"/>
            <a:ext cx="12192000" cy="2743200"/>
          </a:xfrm>
          <a:prstGeom prst="rect">
            <a:avLst/>
          </a:prstGeom>
          <a:solidFill>
            <a:srgbClr val="D8D8D8"/>
          </a:solidFill>
          <a:ln>
            <a:noFill/>
          </a:ln>
        </p:spPr>
      </p:sp>
      <p:sp>
        <p:nvSpPr>
          <p:cNvPr id="320" name="Google Shape;320;p73"/>
          <p:cNvSpPr txBox="1">
            <a:spLocks noGrp="1"/>
          </p:cNvSpPr>
          <p:nvPr>
            <p:ph type="body" idx="1"/>
          </p:nvPr>
        </p:nvSpPr>
        <p:spPr>
          <a:xfrm>
            <a:off x="0" y="5591964"/>
            <a:ext cx="12192000" cy="5040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SectionDivider_WHT">
  <p:cSld name="SectionDivider_WHT">
    <p:bg>
      <p:bgPr>
        <a:blipFill>
          <a:blip r:embed="rId2">
            <a:alphaModFix/>
          </a:blip>
          <a:stretch>
            <a:fillRect/>
          </a:stretch>
        </a:blipFill>
        <a:effectLst/>
      </p:bgPr>
    </p:bg>
    <p:spTree>
      <p:nvGrpSpPr>
        <p:cNvPr id="1" name="Shape 321"/>
        <p:cNvGrpSpPr/>
        <p:nvPr/>
      </p:nvGrpSpPr>
      <p:grpSpPr>
        <a:xfrm>
          <a:off x="0" y="0"/>
          <a:ext cx="0" cy="0"/>
          <a:chOff x="0" y="0"/>
          <a:chExt cx="0" cy="0"/>
        </a:xfrm>
      </p:grpSpPr>
      <p:pic>
        <p:nvPicPr>
          <p:cNvPr id="322" name="Google Shape;322;p74"/>
          <p:cNvPicPr preferRelativeResize="0"/>
          <p:nvPr/>
        </p:nvPicPr>
        <p:blipFill rotWithShape="1">
          <a:blip r:embed="rId3">
            <a:alphaModFix/>
          </a:blip>
          <a:srcRect/>
          <a:stretch/>
        </p:blipFill>
        <p:spPr>
          <a:xfrm>
            <a:off x="7074568" y="0"/>
            <a:ext cx="8875057" cy="6858001"/>
          </a:xfrm>
          <a:prstGeom prst="rect">
            <a:avLst/>
          </a:prstGeom>
          <a:noFill/>
          <a:ln>
            <a:noFill/>
          </a:ln>
        </p:spPr>
      </p:pic>
      <p:sp>
        <p:nvSpPr>
          <p:cNvPr id="323" name="Google Shape;323;p74"/>
          <p:cNvSpPr/>
          <p:nvPr/>
        </p:nvSpPr>
        <p:spPr>
          <a:xfrm flipH="1">
            <a:off x="-3807445" y="0"/>
            <a:ext cx="8875200" cy="68580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74"/>
          <p:cNvSpPr>
            <a:spLocks noGrp="1"/>
          </p:cNvSpPr>
          <p:nvPr>
            <p:ph type="pic" idx="2"/>
          </p:nvPr>
        </p:nvSpPr>
        <p:spPr>
          <a:xfrm>
            <a:off x="2439679" y="0"/>
            <a:ext cx="7320900" cy="6864300"/>
          </a:xfrm>
          <a:prstGeom prst="rect">
            <a:avLst/>
          </a:prstGeom>
          <a:solidFill>
            <a:srgbClr val="D8D8D8"/>
          </a:solidFill>
          <a:ln>
            <a:noFill/>
          </a:ln>
        </p:spPr>
      </p:sp>
      <p:sp>
        <p:nvSpPr>
          <p:cNvPr id="325" name="Google Shape;325;p74"/>
          <p:cNvSpPr txBox="1">
            <a:spLocks noGrp="1"/>
          </p:cNvSpPr>
          <p:nvPr>
            <p:ph type="title"/>
          </p:nvPr>
        </p:nvSpPr>
        <p:spPr>
          <a:xfrm>
            <a:off x="6888938" y="2855226"/>
            <a:ext cx="5303100" cy="1147500"/>
          </a:xfrm>
          <a:prstGeom prst="rect">
            <a:avLst/>
          </a:prstGeom>
          <a:solidFill>
            <a:srgbClr val="003750"/>
          </a:solid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2F2F2"/>
              </a:buClr>
              <a:buSzPts val="3200"/>
              <a:buFont typeface="Arial"/>
              <a:buNone/>
              <a:defRPr sz="3200" b="0" i="0">
                <a:solidFill>
                  <a:srgbClr val="F2F2F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QuoteSlide_DkBlue">
  <p:cSld name="QuoteSlide_DkBlue">
    <p:bg>
      <p:bgPr>
        <a:blipFill>
          <a:blip r:embed="rId2">
            <a:alphaModFix/>
          </a:blip>
          <a:stretch>
            <a:fillRect/>
          </a:stretch>
        </a:blipFill>
        <a:effectLst/>
      </p:bgPr>
    </p:bg>
    <p:spTree>
      <p:nvGrpSpPr>
        <p:cNvPr id="1" name="Shape 326"/>
        <p:cNvGrpSpPr/>
        <p:nvPr/>
      </p:nvGrpSpPr>
      <p:grpSpPr>
        <a:xfrm>
          <a:off x="0" y="0"/>
          <a:ext cx="0" cy="0"/>
          <a:chOff x="0" y="0"/>
          <a:chExt cx="0" cy="0"/>
        </a:xfrm>
      </p:grpSpPr>
      <p:pic>
        <p:nvPicPr>
          <p:cNvPr id="327" name="Google Shape;327;p75"/>
          <p:cNvPicPr preferRelativeResize="0"/>
          <p:nvPr/>
        </p:nvPicPr>
        <p:blipFill rotWithShape="1">
          <a:blip r:embed="rId3">
            <a:alphaModFix/>
          </a:blip>
          <a:srcRect/>
          <a:stretch/>
        </p:blipFill>
        <p:spPr>
          <a:xfrm rot="10800000">
            <a:off x="4762752" y="0"/>
            <a:ext cx="7429248" cy="5740783"/>
          </a:xfrm>
          <a:prstGeom prst="rect">
            <a:avLst/>
          </a:prstGeom>
          <a:noFill/>
          <a:ln>
            <a:noFill/>
          </a:ln>
        </p:spPr>
      </p:pic>
      <p:sp>
        <p:nvSpPr>
          <p:cNvPr id="328" name="Google Shape;328;p75"/>
          <p:cNvSpPr txBox="1">
            <a:spLocks noGrp="1"/>
          </p:cNvSpPr>
          <p:nvPr>
            <p:ph type="body" idx="1"/>
          </p:nvPr>
        </p:nvSpPr>
        <p:spPr>
          <a:xfrm>
            <a:off x="1114425" y="2406651"/>
            <a:ext cx="5486400" cy="1808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4400"/>
              <a:buFont typeface="Arial"/>
              <a:buNone/>
              <a:defRPr sz="4400" b="1" i="1"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1" i="1"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1" i="1"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29" name="Google Shape;329;p75"/>
          <p:cNvSpPr txBox="1"/>
          <p:nvPr/>
        </p:nvSpPr>
        <p:spPr>
          <a:xfrm>
            <a:off x="1061645" y="1353874"/>
            <a:ext cx="1148100" cy="264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600"/>
              <a:buFont typeface="Arial"/>
              <a:buNone/>
            </a:pPr>
            <a:r>
              <a:rPr lang="en-US" sz="16600" b="1" i="0" u="none" strike="noStrike" cap="none">
                <a:solidFill>
                  <a:srgbClr val="000000"/>
                </a:solidFill>
                <a:latin typeface="Play"/>
                <a:ea typeface="Play"/>
                <a:cs typeface="Play"/>
                <a:sym typeface="Play"/>
              </a:rPr>
              <a:t>“</a:t>
            </a:r>
            <a:endParaRPr sz="1400" b="0" i="0" u="none" strike="noStrike" cap="none">
              <a:solidFill>
                <a:srgbClr val="000000"/>
              </a:solidFill>
              <a:latin typeface="Arial"/>
              <a:ea typeface="Arial"/>
              <a:cs typeface="Arial"/>
              <a:sym typeface="Arial"/>
            </a:endParaRPr>
          </a:p>
        </p:txBody>
      </p:sp>
      <p:sp>
        <p:nvSpPr>
          <p:cNvPr id="330" name="Google Shape;330;p75"/>
          <p:cNvSpPr txBox="1">
            <a:spLocks noGrp="1"/>
          </p:cNvSpPr>
          <p:nvPr>
            <p:ph type="body" idx="2"/>
          </p:nvPr>
        </p:nvSpPr>
        <p:spPr>
          <a:xfrm>
            <a:off x="1127126" y="4214815"/>
            <a:ext cx="3994200" cy="36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800"/>
              <a:buFont typeface="Arial"/>
              <a:buNone/>
              <a:defRPr sz="18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31" name="Google Shape;331;p75"/>
          <p:cNvSpPr txBox="1">
            <a:spLocks noGrp="1"/>
          </p:cNvSpPr>
          <p:nvPr>
            <p:ph type="body" idx="3"/>
          </p:nvPr>
        </p:nvSpPr>
        <p:spPr>
          <a:xfrm>
            <a:off x="1127126" y="4524199"/>
            <a:ext cx="3994200" cy="36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400"/>
              <a:buFont typeface="Arial"/>
              <a:buNone/>
              <a:defRPr sz="14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Slide_WHT">
  <p:cSld name="Title Slide_WHT">
    <p:bg>
      <p:bgPr>
        <a:blipFill>
          <a:blip r:embed="rId2">
            <a:alphaModFix/>
          </a:blip>
          <a:stretch>
            <a:fillRect/>
          </a:stretch>
        </a:blipFill>
        <a:effectLst/>
      </p:bgPr>
    </p:bg>
    <p:spTree>
      <p:nvGrpSpPr>
        <p:cNvPr id="1" name="Shape 332"/>
        <p:cNvGrpSpPr/>
        <p:nvPr/>
      </p:nvGrpSpPr>
      <p:grpSpPr>
        <a:xfrm>
          <a:off x="0" y="0"/>
          <a:ext cx="0" cy="0"/>
          <a:chOff x="0" y="0"/>
          <a:chExt cx="0" cy="0"/>
        </a:xfrm>
      </p:grpSpPr>
      <p:sp>
        <p:nvSpPr>
          <p:cNvPr id="333" name="Google Shape;333;p76"/>
          <p:cNvSpPr txBox="1">
            <a:spLocks noGrp="1"/>
          </p:cNvSpPr>
          <p:nvPr>
            <p:ph type="ctrTitle"/>
          </p:nvPr>
        </p:nvSpPr>
        <p:spPr>
          <a:xfrm>
            <a:off x="2762725" y="2828545"/>
            <a:ext cx="9144000" cy="1010700"/>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rgbClr val="003750"/>
              </a:buClr>
              <a:buSzPts val="5400"/>
              <a:buFont typeface="Arial"/>
              <a:buNone/>
              <a:defRPr sz="5400" b="0" i="0">
                <a:solidFill>
                  <a:srgbClr val="003750"/>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4" name="Google Shape;334;p76"/>
          <p:cNvSpPr txBox="1">
            <a:spLocks noGrp="1"/>
          </p:cNvSpPr>
          <p:nvPr>
            <p:ph type="subTitle" idx="1"/>
          </p:nvPr>
        </p:nvSpPr>
        <p:spPr>
          <a:xfrm>
            <a:off x="2762725" y="3690652"/>
            <a:ext cx="9144000" cy="433500"/>
          </a:xfrm>
          <a:prstGeom prst="rect">
            <a:avLst/>
          </a:prstGeom>
          <a:noFill/>
          <a:ln>
            <a:noFill/>
          </a:ln>
        </p:spPr>
        <p:txBody>
          <a:bodyPr spcFirstLastPara="1" wrap="square" lIns="91425" tIns="45700" rIns="91425" bIns="45700" anchor="t" anchorCtr="0">
            <a:noAutofit/>
          </a:bodyPr>
          <a:lstStyle>
            <a:lvl1pPr marR="0" lvl="0" algn="r" rtl="0">
              <a:lnSpc>
                <a:spcPct val="90000"/>
              </a:lnSpc>
              <a:spcBef>
                <a:spcPts val="1000"/>
              </a:spcBef>
              <a:spcAft>
                <a:spcPts val="0"/>
              </a:spcAft>
              <a:buClr>
                <a:srgbClr val="00A9DB"/>
              </a:buClr>
              <a:buSzPts val="2800"/>
              <a:buFont typeface="Arial"/>
              <a:buNone/>
              <a:defRPr sz="2800" b="0" i="0" u="none" strike="noStrike" cap="none">
                <a:solidFill>
                  <a:srgbClr val="00A9DB"/>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335" name="Google Shape;335;p76"/>
          <p:cNvSpPr txBox="1">
            <a:spLocks noGrp="1"/>
          </p:cNvSpPr>
          <p:nvPr>
            <p:ph type="body" idx="2"/>
          </p:nvPr>
        </p:nvSpPr>
        <p:spPr>
          <a:xfrm>
            <a:off x="8004651" y="6302564"/>
            <a:ext cx="3902100" cy="3483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rgbClr val="A8A7AB"/>
              </a:buClr>
              <a:buSzPts val="2000"/>
              <a:buFont typeface="Arial"/>
              <a:buNone/>
              <a:defRPr sz="2000" b="0" i="0" u="none" strike="noStrike" cap="none">
                <a:solidFill>
                  <a:srgbClr val="A8A7AB"/>
                </a:solidFill>
                <a:latin typeface="Play"/>
                <a:ea typeface="Play"/>
                <a:cs typeface="Play"/>
                <a:sym typeface="Play"/>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SectionDivider_LtBlue">
  <p:cSld name="SectionDivider_LtBlue">
    <p:bg>
      <p:bgPr>
        <a:blipFill>
          <a:blip r:embed="rId2">
            <a:alphaModFix/>
          </a:blip>
          <a:stretch>
            <a:fillRect/>
          </a:stretch>
        </a:blipFill>
        <a:effectLst/>
      </p:bgPr>
    </p:bg>
    <p:spTree>
      <p:nvGrpSpPr>
        <p:cNvPr id="1" name="Shape 336"/>
        <p:cNvGrpSpPr/>
        <p:nvPr/>
      </p:nvGrpSpPr>
      <p:grpSpPr>
        <a:xfrm>
          <a:off x="0" y="0"/>
          <a:ext cx="0" cy="0"/>
          <a:chOff x="0" y="0"/>
          <a:chExt cx="0" cy="0"/>
        </a:xfrm>
      </p:grpSpPr>
      <p:sp>
        <p:nvSpPr>
          <p:cNvPr id="337" name="Google Shape;337;p77"/>
          <p:cNvSpPr txBox="1">
            <a:spLocks noGrp="1"/>
          </p:cNvSpPr>
          <p:nvPr>
            <p:ph type="body" idx="1"/>
          </p:nvPr>
        </p:nvSpPr>
        <p:spPr>
          <a:xfrm>
            <a:off x="0" y="3176982"/>
            <a:ext cx="12192000" cy="5040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338" name="Google Shape;338;p77"/>
          <p:cNvPicPr preferRelativeResize="0"/>
          <p:nvPr/>
        </p:nvPicPr>
        <p:blipFill rotWithShape="1">
          <a:blip r:embed="rId3">
            <a:alphaModFix/>
          </a:blip>
          <a:srcRect/>
          <a:stretch/>
        </p:blipFill>
        <p:spPr>
          <a:xfrm>
            <a:off x="3316941" y="2"/>
            <a:ext cx="8875057" cy="6858001"/>
          </a:xfrm>
          <a:prstGeom prst="rect">
            <a:avLst/>
          </a:prstGeom>
          <a:noFill/>
          <a:ln>
            <a:noFill/>
          </a:ln>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QuoteSlide_LtBlue">
  <p:cSld name="QuoteSlide_LtBlue">
    <p:bg>
      <p:bgPr>
        <a:blipFill>
          <a:blip r:embed="rId2">
            <a:alphaModFix/>
          </a:blip>
          <a:stretch>
            <a:fillRect/>
          </a:stretch>
        </a:blipFill>
        <a:effectLst/>
      </p:bgPr>
    </p:bg>
    <p:spTree>
      <p:nvGrpSpPr>
        <p:cNvPr id="1" name="Shape 339"/>
        <p:cNvGrpSpPr/>
        <p:nvPr/>
      </p:nvGrpSpPr>
      <p:grpSpPr>
        <a:xfrm>
          <a:off x="0" y="0"/>
          <a:ext cx="0" cy="0"/>
          <a:chOff x="0" y="0"/>
          <a:chExt cx="0" cy="0"/>
        </a:xfrm>
      </p:grpSpPr>
      <p:pic>
        <p:nvPicPr>
          <p:cNvPr id="340" name="Google Shape;340;p78"/>
          <p:cNvPicPr preferRelativeResize="0"/>
          <p:nvPr/>
        </p:nvPicPr>
        <p:blipFill rotWithShape="1">
          <a:blip r:embed="rId3">
            <a:alphaModFix/>
          </a:blip>
          <a:srcRect/>
          <a:stretch/>
        </p:blipFill>
        <p:spPr>
          <a:xfrm flipH="1">
            <a:off x="3316943" y="2"/>
            <a:ext cx="8875057" cy="6858001"/>
          </a:xfrm>
          <a:prstGeom prst="rect">
            <a:avLst/>
          </a:prstGeom>
          <a:noFill/>
          <a:ln>
            <a:noFill/>
          </a:ln>
        </p:spPr>
      </p:pic>
      <p:sp>
        <p:nvSpPr>
          <p:cNvPr id="341" name="Google Shape;341;p78"/>
          <p:cNvSpPr txBox="1">
            <a:spLocks noGrp="1"/>
          </p:cNvSpPr>
          <p:nvPr>
            <p:ph type="body" idx="1"/>
          </p:nvPr>
        </p:nvSpPr>
        <p:spPr>
          <a:xfrm>
            <a:off x="1114425" y="2406651"/>
            <a:ext cx="5486400" cy="1808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3750"/>
              </a:buClr>
              <a:buSzPts val="4400"/>
              <a:buFont typeface="Arial"/>
              <a:buNone/>
              <a:defRPr sz="4400" b="1" i="1"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1" i="1"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1" i="1"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1" i="1"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42" name="Google Shape;342;p78"/>
          <p:cNvSpPr txBox="1"/>
          <p:nvPr/>
        </p:nvSpPr>
        <p:spPr>
          <a:xfrm>
            <a:off x="1061645" y="1353874"/>
            <a:ext cx="1148100" cy="264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600"/>
              <a:buFont typeface="Arial"/>
              <a:buNone/>
            </a:pPr>
            <a:r>
              <a:rPr lang="en-US" sz="16600" b="1" i="0" u="none" strike="noStrike" cap="none">
                <a:solidFill>
                  <a:srgbClr val="000000"/>
                </a:solidFill>
                <a:latin typeface="Play"/>
                <a:ea typeface="Play"/>
                <a:cs typeface="Play"/>
                <a:sym typeface="Play"/>
              </a:rPr>
              <a:t>“</a:t>
            </a:r>
            <a:endParaRPr sz="1400" b="0" i="0" u="none" strike="noStrike" cap="none">
              <a:solidFill>
                <a:srgbClr val="000000"/>
              </a:solidFill>
              <a:latin typeface="Arial"/>
              <a:ea typeface="Arial"/>
              <a:cs typeface="Arial"/>
              <a:sym typeface="Arial"/>
            </a:endParaRPr>
          </a:p>
        </p:txBody>
      </p:sp>
      <p:sp>
        <p:nvSpPr>
          <p:cNvPr id="343" name="Google Shape;343;p78"/>
          <p:cNvSpPr txBox="1">
            <a:spLocks noGrp="1"/>
          </p:cNvSpPr>
          <p:nvPr>
            <p:ph type="body" idx="2"/>
          </p:nvPr>
        </p:nvSpPr>
        <p:spPr>
          <a:xfrm>
            <a:off x="1127126" y="4214815"/>
            <a:ext cx="3994200" cy="36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800"/>
              <a:buFont typeface="Arial"/>
              <a:buNone/>
              <a:defRPr sz="18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44" name="Google Shape;344;p78"/>
          <p:cNvSpPr txBox="1">
            <a:spLocks noGrp="1"/>
          </p:cNvSpPr>
          <p:nvPr>
            <p:ph type="body" idx="3"/>
          </p:nvPr>
        </p:nvSpPr>
        <p:spPr>
          <a:xfrm>
            <a:off x="1127126" y="4524199"/>
            <a:ext cx="3994200" cy="365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A9DB"/>
              </a:buClr>
              <a:buSzPts val="1400"/>
              <a:buFont typeface="Arial"/>
              <a:buNone/>
              <a:defRPr sz="1400" b="0" i="0" u="none" strike="noStrike" cap="none">
                <a:solidFill>
                  <a:srgbClr val="00A9DB"/>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woHexImages_DkBlue">
  <p:cSld name="TwoHexImages_DkBlue">
    <p:bg>
      <p:bgPr>
        <a:blipFill>
          <a:blip r:embed="rId2">
            <a:alphaModFix/>
          </a:blip>
          <a:stretch>
            <a:fillRect/>
          </a:stretch>
        </a:blipFill>
        <a:effectLst/>
      </p:bgPr>
    </p:bg>
    <p:spTree>
      <p:nvGrpSpPr>
        <p:cNvPr id="1" name="Shape 345"/>
        <p:cNvGrpSpPr/>
        <p:nvPr/>
      </p:nvGrpSpPr>
      <p:grpSpPr>
        <a:xfrm>
          <a:off x="0" y="0"/>
          <a:ext cx="0" cy="0"/>
          <a:chOff x="0" y="0"/>
          <a:chExt cx="0" cy="0"/>
        </a:xfrm>
      </p:grpSpPr>
      <p:pic>
        <p:nvPicPr>
          <p:cNvPr id="346" name="Google Shape;346;p79"/>
          <p:cNvPicPr preferRelativeResize="0"/>
          <p:nvPr/>
        </p:nvPicPr>
        <p:blipFill rotWithShape="1">
          <a:blip r:embed="rId3">
            <a:alphaModFix/>
          </a:blip>
          <a:srcRect/>
          <a:stretch/>
        </p:blipFill>
        <p:spPr>
          <a:xfrm>
            <a:off x="6342229" y="2"/>
            <a:ext cx="8875057" cy="6858001"/>
          </a:xfrm>
          <a:prstGeom prst="rect">
            <a:avLst/>
          </a:prstGeom>
          <a:noFill/>
          <a:ln>
            <a:noFill/>
          </a:ln>
        </p:spPr>
      </p:pic>
      <p:pic>
        <p:nvPicPr>
          <p:cNvPr id="347" name="Google Shape;347;p79"/>
          <p:cNvPicPr preferRelativeResize="0"/>
          <p:nvPr/>
        </p:nvPicPr>
        <p:blipFill rotWithShape="1">
          <a:blip r:embed="rId4">
            <a:alphaModFix/>
          </a:blip>
          <a:srcRect/>
          <a:stretch/>
        </p:blipFill>
        <p:spPr>
          <a:xfrm rot="10800000">
            <a:off x="-1281189" y="3948696"/>
            <a:ext cx="9091865" cy="7025533"/>
          </a:xfrm>
          <a:prstGeom prst="rect">
            <a:avLst/>
          </a:prstGeom>
          <a:noFill/>
          <a:ln>
            <a:noFill/>
          </a:ln>
        </p:spPr>
      </p:pic>
      <p:sp>
        <p:nvSpPr>
          <p:cNvPr id="348" name="Google Shape;348;p79"/>
          <p:cNvSpPr>
            <a:spLocks noGrp="1"/>
          </p:cNvSpPr>
          <p:nvPr>
            <p:ph type="pic" idx="2"/>
          </p:nvPr>
        </p:nvSpPr>
        <p:spPr>
          <a:xfrm>
            <a:off x="5999562" y="2991328"/>
            <a:ext cx="4033200" cy="3897300"/>
          </a:xfrm>
          <a:prstGeom prst="rect">
            <a:avLst/>
          </a:prstGeom>
          <a:solidFill>
            <a:srgbClr val="D8D8D8"/>
          </a:solidFill>
          <a:ln w="57150" cap="flat" cmpd="sng">
            <a:solidFill>
              <a:srgbClr val="00A9DB">
                <a:alpha val="74509"/>
              </a:srgbClr>
            </a:solidFill>
            <a:prstDash val="solid"/>
            <a:round/>
            <a:headEnd type="none" w="sm" len="sm"/>
            <a:tailEnd type="none" w="sm" len="sm"/>
          </a:ln>
        </p:spPr>
      </p:sp>
      <p:sp>
        <p:nvSpPr>
          <p:cNvPr id="349" name="Google Shape;349;p79"/>
          <p:cNvSpPr>
            <a:spLocks noGrp="1"/>
          </p:cNvSpPr>
          <p:nvPr>
            <p:ph type="pic" idx="3"/>
          </p:nvPr>
        </p:nvSpPr>
        <p:spPr>
          <a:xfrm>
            <a:off x="2081285" y="-20320"/>
            <a:ext cx="5187600" cy="5254800"/>
          </a:xfrm>
          <a:prstGeom prst="rect">
            <a:avLst/>
          </a:prstGeom>
          <a:solidFill>
            <a:srgbClr val="D8D8D8"/>
          </a:solidFill>
          <a:ln w="57150" cap="flat" cmpd="sng">
            <a:solidFill>
              <a:srgbClr val="00A9DB">
                <a:alpha val="74509"/>
              </a:srgbClr>
            </a:solidFill>
            <a:prstDash val="solid"/>
            <a:round/>
            <a:headEnd type="none" w="sm" len="sm"/>
            <a:tailEnd type="none" w="sm" len="sm"/>
          </a:ln>
        </p:spPr>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woHexImages_WHT">
  <p:cSld name="TwoHexImages_WHT">
    <p:bg>
      <p:bgPr>
        <a:blipFill>
          <a:blip r:embed="rId2">
            <a:alphaModFix/>
          </a:blip>
          <a:stretch>
            <a:fillRect/>
          </a:stretch>
        </a:blipFill>
        <a:effectLst/>
      </p:bgPr>
    </p:bg>
    <p:spTree>
      <p:nvGrpSpPr>
        <p:cNvPr id="1" name="Shape 350"/>
        <p:cNvGrpSpPr/>
        <p:nvPr/>
      </p:nvGrpSpPr>
      <p:grpSpPr>
        <a:xfrm>
          <a:off x="0" y="0"/>
          <a:ext cx="0" cy="0"/>
          <a:chOff x="0" y="0"/>
          <a:chExt cx="0" cy="0"/>
        </a:xfrm>
      </p:grpSpPr>
      <p:pic>
        <p:nvPicPr>
          <p:cNvPr id="351" name="Google Shape;351;p80"/>
          <p:cNvPicPr preferRelativeResize="0"/>
          <p:nvPr/>
        </p:nvPicPr>
        <p:blipFill rotWithShape="1">
          <a:blip r:embed="rId3">
            <a:alphaModFix/>
          </a:blip>
          <a:srcRect/>
          <a:stretch/>
        </p:blipFill>
        <p:spPr>
          <a:xfrm>
            <a:off x="6017109" y="2"/>
            <a:ext cx="8875057" cy="6858001"/>
          </a:xfrm>
          <a:prstGeom prst="rect">
            <a:avLst/>
          </a:prstGeom>
          <a:noFill/>
          <a:ln>
            <a:noFill/>
          </a:ln>
        </p:spPr>
      </p:pic>
      <p:sp>
        <p:nvSpPr>
          <p:cNvPr id="352" name="Google Shape;352;p80"/>
          <p:cNvSpPr/>
          <p:nvPr/>
        </p:nvSpPr>
        <p:spPr>
          <a:xfrm rot="10800000">
            <a:off x="-2104349" y="-30336"/>
            <a:ext cx="8875200" cy="48126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80"/>
          <p:cNvSpPr>
            <a:spLocks noGrp="1"/>
          </p:cNvSpPr>
          <p:nvPr>
            <p:ph type="pic" idx="2"/>
          </p:nvPr>
        </p:nvSpPr>
        <p:spPr>
          <a:xfrm>
            <a:off x="2333322" y="2991328"/>
            <a:ext cx="4033200" cy="3897300"/>
          </a:xfrm>
          <a:prstGeom prst="rect">
            <a:avLst/>
          </a:prstGeom>
          <a:solidFill>
            <a:srgbClr val="D8D8D8"/>
          </a:solidFill>
          <a:ln w="57150" cap="flat" cmpd="sng">
            <a:solidFill>
              <a:srgbClr val="00A9DB">
                <a:alpha val="74509"/>
              </a:srgbClr>
            </a:solidFill>
            <a:prstDash val="solid"/>
            <a:round/>
            <a:headEnd type="none" w="sm" len="sm"/>
            <a:tailEnd type="none" w="sm" len="sm"/>
          </a:ln>
        </p:spPr>
      </p:sp>
      <p:sp>
        <p:nvSpPr>
          <p:cNvPr id="354" name="Google Shape;354;p80"/>
          <p:cNvSpPr>
            <a:spLocks noGrp="1"/>
          </p:cNvSpPr>
          <p:nvPr>
            <p:ph type="pic" idx="3"/>
          </p:nvPr>
        </p:nvSpPr>
        <p:spPr>
          <a:xfrm>
            <a:off x="4214885" y="-71120"/>
            <a:ext cx="5187600" cy="5254800"/>
          </a:xfrm>
          <a:prstGeom prst="rect">
            <a:avLst/>
          </a:prstGeom>
          <a:solidFill>
            <a:srgbClr val="D8D8D8"/>
          </a:solidFill>
          <a:ln w="57150" cap="flat" cmpd="sng">
            <a:solidFill>
              <a:srgbClr val="00A9DB">
                <a:alpha val="74509"/>
              </a:srgbClr>
            </a:solidFill>
            <a:prstDash val="solid"/>
            <a:round/>
            <a:headEnd type="none" w="sm" len="sm"/>
            <a:tailEnd type="none" w="sm" len="sm"/>
          </a:ln>
        </p:spPr>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AgendaSlide_WHT">
  <p:cSld name="AgendaSlide_WHT">
    <p:bg>
      <p:bgPr>
        <a:blipFill>
          <a:blip r:embed="rId2">
            <a:alphaModFix/>
          </a:blip>
          <a:stretch>
            <a:fillRect/>
          </a:stretch>
        </a:blipFill>
        <a:effectLst/>
      </p:bgPr>
    </p:bg>
    <p:spTree>
      <p:nvGrpSpPr>
        <p:cNvPr id="1" name="Shape 355"/>
        <p:cNvGrpSpPr/>
        <p:nvPr/>
      </p:nvGrpSpPr>
      <p:grpSpPr>
        <a:xfrm>
          <a:off x="0" y="0"/>
          <a:ext cx="0" cy="0"/>
          <a:chOff x="0" y="0"/>
          <a:chExt cx="0" cy="0"/>
        </a:xfrm>
      </p:grpSpPr>
      <p:sp>
        <p:nvSpPr>
          <p:cNvPr id="356" name="Google Shape;356;p81"/>
          <p:cNvSpPr txBox="1">
            <a:spLocks noGrp="1"/>
          </p:cNvSpPr>
          <p:nvPr>
            <p:ph type="title"/>
          </p:nvPr>
        </p:nvSpPr>
        <p:spPr>
          <a:xfrm>
            <a:off x="838200" y="1330326"/>
            <a:ext cx="5257800" cy="933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3750"/>
              </a:buClr>
              <a:buSzPts val="4000"/>
              <a:buFont typeface="Arial"/>
              <a:buNone/>
              <a:defRPr sz="4000" b="0" i="0">
                <a:solidFill>
                  <a:srgbClr val="003750"/>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7" name="Google Shape;357;p81"/>
          <p:cNvSpPr txBox="1">
            <a:spLocks noGrp="1"/>
          </p:cNvSpPr>
          <p:nvPr>
            <p:ph type="body" idx="1"/>
          </p:nvPr>
        </p:nvSpPr>
        <p:spPr>
          <a:xfrm>
            <a:off x="838200" y="2387602"/>
            <a:ext cx="5257800" cy="3527400"/>
          </a:xfrm>
          <a:prstGeom prst="rect">
            <a:avLst/>
          </a:prstGeom>
          <a:noFill/>
          <a:ln>
            <a:noFill/>
          </a:ln>
        </p:spPr>
        <p:txBody>
          <a:bodyPr spcFirstLastPara="1" wrap="square" lIns="91425" tIns="45700" rIns="91425" bIns="45700" anchor="t" anchorCtr="0">
            <a:noAutofit/>
          </a:bodyPr>
          <a:lstStyle>
            <a:lvl1pPr marL="457200" marR="0" lvl="0" indent="-355600" algn="l" rtl="0">
              <a:lnSpc>
                <a:spcPct val="90000"/>
              </a:lnSpc>
              <a:spcBef>
                <a:spcPts val="1000"/>
              </a:spcBef>
              <a:spcAft>
                <a:spcPts val="0"/>
              </a:spcAft>
              <a:buClr>
                <a:srgbClr val="00A9DB"/>
              </a:buClr>
              <a:buSzPts val="2000"/>
              <a:buFont typeface="Arial"/>
              <a:buChar char="•"/>
              <a:defRPr sz="2000" b="0" i="0" u="none" strike="noStrike" cap="none">
                <a:solidFill>
                  <a:srgbClr val="00A9DB"/>
                </a:solidFill>
                <a:latin typeface="Arial"/>
                <a:ea typeface="Arial"/>
                <a:cs typeface="Arial"/>
                <a:sym typeface="Arial"/>
              </a:defRPr>
            </a:lvl1pPr>
            <a:lvl2pPr marL="914400" marR="0" lvl="1" indent="-342900" algn="l" rtl="0">
              <a:lnSpc>
                <a:spcPct val="90000"/>
              </a:lnSpc>
              <a:spcBef>
                <a:spcPts val="500"/>
              </a:spcBef>
              <a:spcAft>
                <a:spcPts val="0"/>
              </a:spcAft>
              <a:buClr>
                <a:srgbClr val="00A9DB"/>
              </a:buClr>
              <a:buSzPts val="1800"/>
              <a:buFont typeface="Arial"/>
              <a:buChar char="•"/>
              <a:defRPr sz="1800" b="0" i="0" u="none" strike="noStrike" cap="none">
                <a:solidFill>
                  <a:srgbClr val="00A9DB"/>
                </a:solidFill>
                <a:latin typeface="Arial"/>
                <a:ea typeface="Arial"/>
                <a:cs typeface="Arial"/>
                <a:sym typeface="Arial"/>
              </a:defRPr>
            </a:lvl2pPr>
            <a:lvl3pPr marL="1371600" marR="0" lvl="2" indent="-330200" algn="l" rtl="0">
              <a:lnSpc>
                <a:spcPct val="90000"/>
              </a:lnSpc>
              <a:spcBef>
                <a:spcPts val="500"/>
              </a:spcBef>
              <a:spcAft>
                <a:spcPts val="0"/>
              </a:spcAft>
              <a:buClr>
                <a:srgbClr val="00A9DB"/>
              </a:buClr>
              <a:buSzPts val="1600"/>
              <a:buFont typeface="Arial"/>
              <a:buChar char="•"/>
              <a:defRPr sz="1600" b="0" i="0" u="none" strike="noStrike" cap="none">
                <a:solidFill>
                  <a:srgbClr val="00A9DB"/>
                </a:solidFill>
                <a:latin typeface="Arial"/>
                <a:ea typeface="Arial"/>
                <a:cs typeface="Arial"/>
                <a:sym typeface="Arial"/>
              </a:defRPr>
            </a:lvl3pPr>
            <a:lvl4pPr marL="1828800" marR="0" lvl="3" indent="-317500" algn="l" rtl="0">
              <a:lnSpc>
                <a:spcPct val="90000"/>
              </a:lnSpc>
              <a:spcBef>
                <a:spcPts val="500"/>
              </a:spcBef>
              <a:spcAft>
                <a:spcPts val="0"/>
              </a:spcAft>
              <a:buClr>
                <a:srgbClr val="00A9DB"/>
              </a:buClr>
              <a:buSzPts val="1400"/>
              <a:buFont typeface="Arial"/>
              <a:buChar char="•"/>
              <a:defRPr sz="1400" b="0" i="0" u="none" strike="noStrike" cap="none">
                <a:solidFill>
                  <a:srgbClr val="00A9DB"/>
                </a:solidFill>
                <a:latin typeface="Arial"/>
                <a:ea typeface="Arial"/>
                <a:cs typeface="Arial"/>
                <a:sym typeface="Arial"/>
              </a:defRPr>
            </a:lvl4pPr>
            <a:lvl5pPr marL="2286000" marR="0" lvl="4" indent="-317500" algn="l" rtl="0">
              <a:lnSpc>
                <a:spcPct val="90000"/>
              </a:lnSpc>
              <a:spcBef>
                <a:spcPts val="500"/>
              </a:spcBef>
              <a:spcAft>
                <a:spcPts val="0"/>
              </a:spcAft>
              <a:buClr>
                <a:srgbClr val="00A9DB"/>
              </a:buClr>
              <a:buSzPts val="1400"/>
              <a:buFont typeface="Arial"/>
              <a:buChar char="•"/>
              <a:defRPr sz="1400" b="0" i="0" u="none" strike="noStrike" cap="none">
                <a:solidFill>
                  <a:srgbClr val="00A9DB"/>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358" name="Google Shape;358;p81"/>
          <p:cNvPicPr preferRelativeResize="0"/>
          <p:nvPr/>
        </p:nvPicPr>
        <p:blipFill rotWithShape="1">
          <a:blip r:embed="rId3">
            <a:alphaModFix/>
          </a:blip>
          <a:srcRect/>
          <a:stretch/>
        </p:blipFill>
        <p:spPr>
          <a:xfrm rot="10800000">
            <a:off x="3316943" y="-1"/>
            <a:ext cx="8875057" cy="6858001"/>
          </a:xfrm>
          <a:prstGeom prst="rect">
            <a:avLst/>
          </a:prstGeom>
          <a:noFill/>
          <a:ln>
            <a:noFill/>
          </a:ln>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StatSlide_WHT">
  <p:cSld name="StatSlide_WHT">
    <p:bg>
      <p:bgPr>
        <a:blipFill>
          <a:blip r:embed="rId2">
            <a:alphaModFix/>
          </a:blip>
          <a:stretch>
            <a:fillRect/>
          </a:stretch>
        </a:blipFill>
        <a:effectLst/>
      </p:bgPr>
    </p:bg>
    <p:spTree>
      <p:nvGrpSpPr>
        <p:cNvPr id="1" name="Shape 359"/>
        <p:cNvGrpSpPr/>
        <p:nvPr/>
      </p:nvGrpSpPr>
      <p:grpSpPr>
        <a:xfrm>
          <a:off x="0" y="0"/>
          <a:ext cx="0" cy="0"/>
          <a:chOff x="0" y="0"/>
          <a:chExt cx="0" cy="0"/>
        </a:xfrm>
      </p:grpSpPr>
      <p:pic>
        <p:nvPicPr>
          <p:cNvPr id="360" name="Google Shape;360;p82"/>
          <p:cNvPicPr preferRelativeResize="0"/>
          <p:nvPr/>
        </p:nvPicPr>
        <p:blipFill rotWithShape="1">
          <a:blip r:embed="rId3">
            <a:alphaModFix/>
          </a:blip>
          <a:srcRect/>
          <a:stretch/>
        </p:blipFill>
        <p:spPr>
          <a:xfrm rot="10800000" flipH="1">
            <a:off x="3316941" y="-1"/>
            <a:ext cx="8875057" cy="6858001"/>
          </a:xfrm>
          <a:prstGeom prst="rect">
            <a:avLst/>
          </a:prstGeom>
          <a:noFill/>
          <a:ln>
            <a:noFill/>
          </a:ln>
        </p:spPr>
      </p:pic>
      <p:sp>
        <p:nvSpPr>
          <p:cNvPr id="361" name="Google Shape;361;p82"/>
          <p:cNvSpPr txBox="1">
            <a:spLocks noGrp="1"/>
          </p:cNvSpPr>
          <p:nvPr>
            <p:ph type="title"/>
          </p:nvPr>
        </p:nvSpPr>
        <p:spPr>
          <a:xfrm>
            <a:off x="-1" y="2040584"/>
            <a:ext cx="7473900" cy="19932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SzPts val="15000"/>
              <a:buFont typeface="Arial"/>
              <a:buNone/>
              <a:defRPr sz="15000" b="0" i="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2" name="Google Shape;362;p82"/>
          <p:cNvSpPr txBox="1">
            <a:spLocks noGrp="1"/>
          </p:cNvSpPr>
          <p:nvPr>
            <p:ph type="body" idx="1"/>
          </p:nvPr>
        </p:nvSpPr>
        <p:spPr>
          <a:xfrm>
            <a:off x="4560635" y="3547360"/>
            <a:ext cx="7473900" cy="612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003750"/>
              </a:buClr>
              <a:buSzPts val="3600"/>
              <a:buFont typeface="Arial"/>
              <a:buNone/>
              <a:defRPr sz="3600" b="0" i="0" u="none" strike="noStrike" cap="none">
                <a:solidFill>
                  <a:srgbClr val="003750"/>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StatSlide_DkBlue">
  <p:cSld name="StatSlide_DkBlue">
    <p:bg>
      <p:bgPr>
        <a:blipFill>
          <a:blip r:embed="rId2">
            <a:alphaModFix/>
          </a:blip>
          <a:stretch>
            <a:fillRect/>
          </a:stretch>
        </a:blipFill>
        <a:effectLst/>
      </p:bgPr>
    </p:bg>
    <p:spTree>
      <p:nvGrpSpPr>
        <p:cNvPr id="1" name="Shape 363"/>
        <p:cNvGrpSpPr/>
        <p:nvPr/>
      </p:nvGrpSpPr>
      <p:grpSpPr>
        <a:xfrm>
          <a:off x="0" y="0"/>
          <a:ext cx="0" cy="0"/>
          <a:chOff x="0" y="0"/>
          <a:chExt cx="0" cy="0"/>
        </a:xfrm>
      </p:grpSpPr>
      <p:pic>
        <p:nvPicPr>
          <p:cNvPr id="364" name="Google Shape;364;p83"/>
          <p:cNvPicPr preferRelativeResize="0"/>
          <p:nvPr/>
        </p:nvPicPr>
        <p:blipFill rotWithShape="1">
          <a:blip r:embed="rId3">
            <a:alphaModFix/>
          </a:blip>
          <a:srcRect/>
          <a:stretch/>
        </p:blipFill>
        <p:spPr>
          <a:xfrm rot="10800000">
            <a:off x="4183217" y="0"/>
            <a:ext cx="8875057" cy="6858001"/>
          </a:xfrm>
          <a:prstGeom prst="rect">
            <a:avLst/>
          </a:prstGeom>
          <a:noFill/>
          <a:ln>
            <a:noFill/>
          </a:ln>
        </p:spPr>
      </p:pic>
      <p:sp>
        <p:nvSpPr>
          <p:cNvPr id="365" name="Google Shape;365;p83"/>
          <p:cNvSpPr txBox="1">
            <a:spLocks noGrp="1"/>
          </p:cNvSpPr>
          <p:nvPr>
            <p:ph type="title"/>
          </p:nvPr>
        </p:nvSpPr>
        <p:spPr>
          <a:xfrm>
            <a:off x="-1" y="2442920"/>
            <a:ext cx="7473900" cy="19932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SzPts val="15000"/>
              <a:buFont typeface="Arial"/>
              <a:buNone/>
              <a:defRPr sz="15000" b="0" i="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6" name="Google Shape;366;p83"/>
          <p:cNvSpPr txBox="1">
            <a:spLocks noGrp="1"/>
          </p:cNvSpPr>
          <p:nvPr>
            <p:ph type="body" idx="1"/>
          </p:nvPr>
        </p:nvSpPr>
        <p:spPr>
          <a:xfrm>
            <a:off x="4560635" y="3949696"/>
            <a:ext cx="7473900" cy="612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3600"/>
              <a:buFont typeface="Arial"/>
              <a:buNone/>
              <a:defRPr sz="36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67"/>
        <p:cNvGrpSpPr/>
        <p:nvPr/>
      </p:nvGrpSpPr>
      <p:grpSpPr>
        <a:xfrm>
          <a:off x="0" y="0"/>
          <a:ext cx="0" cy="0"/>
          <a:chOff x="0" y="0"/>
          <a:chExt cx="0" cy="0"/>
        </a:xfrm>
      </p:grpSpPr>
      <p:sp>
        <p:nvSpPr>
          <p:cNvPr id="368" name="Google Shape;368;p84"/>
          <p:cNvSpPr>
            <a:spLocks noGrp="1"/>
          </p:cNvSpPr>
          <p:nvPr>
            <p:ph type="pic" idx="2"/>
          </p:nvPr>
        </p:nvSpPr>
        <p:spPr>
          <a:xfrm>
            <a:off x="4109704" y="1137603"/>
            <a:ext cx="3972600" cy="4582800"/>
          </a:xfrm>
          <a:prstGeom prst="rect">
            <a:avLst/>
          </a:prstGeom>
          <a:solidFill>
            <a:srgbClr val="A8A7AB"/>
          </a:solidFill>
          <a:ln>
            <a:no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theme" Target="../theme/theme2.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18" Type="http://schemas.openxmlformats.org/officeDocument/2006/relationships/slideLayout" Target="../slideLayouts/slideLayout58.xml"/><Relationship Id="rId3" Type="http://schemas.openxmlformats.org/officeDocument/2006/relationships/slideLayout" Target="../slideLayouts/slideLayout43.xml"/><Relationship Id="rId21" Type="http://schemas.openxmlformats.org/officeDocument/2006/relationships/theme" Target="../theme/theme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20" Type="http://schemas.openxmlformats.org/officeDocument/2006/relationships/slideLayout" Target="../slideLayouts/slideLayout60.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10" Type="http://schemas.openxmlformats.org/officeDocument/2006/relationships/slideLayout" Target="../slideLayouts/slideLayout50.xml"/><Relationship Id="rId19" Type="http://schemas.openxmlformats.org/officeDocument/2006/relationships/slideLayout" Target="../slideLayouts/slideLayout59.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slideLayout" Target="../slideLayouts/slideLayout73.xml"/><Relationship Id="rId18" Type="http://schemas.openxmlformats.org/officeDocument/2006/relationships/slideLayout" Target="../slideLayouts/slideLayout78.xml"/><Relationship Id="rId3" Type="http://schemas.openxmlformats.org/officeDocument/2006/relationships/slideLayout" Target="../slideLayouts/slideLayout63.xml"/><Relationship Id="rId21" Type="http://schemas.openxmlformats.org/officeDocument/2006/relationships/theme" Target="../theme/theme4.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17" Type="http://schemas.openxmlformats.org/officeDocument/2006/relationships/slideLayout" Target="../slideLayouts/slideLayout77.xml"/><Relationship Id="rId2" Type="http://schemas.openxmlformats.org/officeDocument/2006/relationships/slideLayout" Target="../slideLayouts/slideLayout62.xml"/><Relationship Id="rId16" Type="http://schemas.openxmlformats.org/officeDocument/2006/relationships/slideLayout" Target="../slideLayouts/slideLayout76.xml"/><Relationship Id="rId20" Type="http://schemas.openxmlformats.org/officeDocument/2006/relationships/slideLayout" Target="../slideLayouts/slideLayout80.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5" Type="http://schemas.openxmlformats.org/officeDocument/2006/relationships/slideLayout" Target="../slideLayouts/slideLayout75.xml"/><Relationship Id="rId10" Type="http://schemas.openxmlformats.org/officeDocument/2006/relationships/slideLayout" Target="../slideLayouts/slideLayout70.xml"/><Relationship Id="rId19" Type="http://schemas.openxmlformats.org/officeDocument/2006/relationships/slideLayout" Target="../slideLayouts/slideLayout79.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slideLayout" Target="../slideLayouts/slideLayout7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6"/>
        <p:cNvGrpSpPr/>
        <p:nvPr/>
      </p:nvGrpSpPr>
      <p:grpSpPr>
        <a:xfrm>
          <a:off x="0" y="0"/>
          <a:ext cx="0" cy="0"/>
          <a:chOff x="0" y="0"/>
          <a:chExt cx="0" cy="0"/>
        </a:xfrm>
      </p:grpSpPr>
      <p:sp>
        <p:nvSpPr>
          <p:cNvPr id="97" name="Google Shape;97;p22"/>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8" name="Google Shape;98;p2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 id="2147483687"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7"/>
        <p:cNvGrpSpPr/>
        <p:nvPr/>
      </p:nvGrpSpPr>
      <p:grpSpPr>
        <a:xfrm>
          <a:off x="0" y="0"/>
          <a:ext cx="0" cy="0"/>
          <a:chOff x="0" y="0"/>
          <a:chExt cx="0" cy="0"/>
        </a:xfrm>
      </p:grpSpPr>
      <p:sp>
        <p:nvSpPr>
          <p:cNvPr id="188" name="Google Shape;188;p43"/>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89" name="Google Shape;189;p43"/>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 id="2147483705" r:id="rId18"/>
    <p:sldLayoutId id="2147483706" r:id="rId19"/>
    <p:sldLayoutId id="2147483707"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8"/>
        <p:cNvGrpSpPr/>
        <p:nvPr/>
      </p:nvGrpSpPr>
      <p:grpSpPr>
        <a:xfrm>
          <a:off x="0" y="0"/>
          <a:ext cx="0" cy="0"/>
          <a:chOff x="0" y="0"/>
          <a:chExt cx="0" cy="0"/>
        </a:xfrm>
      </p:grpSpPr>
      <p:sp>
        <p:nvSpPr>
          <p:cNvPr id="279" name="Google Shape;279;p64"/>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80" name="Google Shape;280;p6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 id="2147483727"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62.xml"/></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62.xml"/><Relationship Id="rId5" Type="http://schemas.openxmlformats.org/officeDocument/2006/relationships/image" Target="../media/image25.pn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62.xml"/><Relationship Id="rId5" Type="http://schemas.openxmlformats.org/officeDocument/2006/relationships/image" Target="../media/image27.png"/><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62.xml"/><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62.xml"/><Relationship Id="rId5" Type="http://schemas.openxmlformats.org/officeDocument/2006/relationships/image" Target="../media/image31.png"/><Relationship Id="rId4" Type="http://schemas.openxmlformats.org/officeDocument/2006/relationships/image" Target="../media/image30.emf"/></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1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37.png"/></Relationships>
</file>

<file path=ppt/slides/_rels/slide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3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41.png"/></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8" Type="http://schemas.openxmlformats.org/officeDocument/2006/relationships/hyperlink" Target="https://rpubs.com/corey_sparks/420770" TargetMode="External"/><Relationship Id="rId3" Type="http://schemas.openxmlformats.org/officeDocument/2006/relationships/hyperlink" Target="http://www.econ.uiuc.edu/~roger/research/rq/QRJEP.pdf" TargetMode="External"/><Relationship Id="rId7" Type="http://schemas.openxmlformats.org/officeDocument/2006/relationships/hyperlink" Target="https://www.youtube.com/watch?v=KmbtZNjvsNM" TargetMode="External"/><Relationship Id="rId2" Type="http://schemas.openxmlformats.org/officeDocument/2006/relationships/notesSlide" Target="../notesSlides/notesSlide39.xml"/><Relationship Id="rId1" Type="http://schemas.openxmlformats.org/officeDocument/2006/relationships/slideLayout" Target="../slideLayouts/slideLayout10.xml"/><Relationship Id="rId6" Type="http://schemas.openxmlformats.org/officeDocument/2006/relationships/hyperlink" Target="https://www.bristol.ac.uk/cmm/learning/videos/random-intercepts.html#:~:text=The%20random%20intercept%20model%20has%20two%20parts.,eij%20at%20the%20end." TargetMode="External"/><Relationship Id="rId5" Type="http://schemas.openxmlformats.org/officeDocument/2006/relationships/hyperlink" Target="https://towardsdatascience.com/how-linear-mixed-model-works-350950a82911" TargetMode="External"/><Relationship Id="rId10" Type="http://schemas.openxmlformats.org/officeDocument/2006/relationships/hyperlink" Target="https://timeseriesreasoning.com/contents/introduction-to-the-quantile-regression-model/" TargetMode="External"/><Relationship Id="rId4" Type="http://schemas.openxmlformats.org/officeDocument/2006/relationships/hyperlink" Target="https://link.springer.com/article/10.1186/1471-2105-9-300" TargetMode="External"/><Relationship Id="rId9" Type="http://schemas.openxmlformats.org/officeDocument/2006/relationships/hyperlink" Target="https://www.analyticsvidhya.com/blog/2018/01/anova-analysis-of-variance/" TargetMode="Externa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85"/>
          <p:cNvSpPr txBox="1">
            <a:spLocks noGrp="1"/>
          </p:cNvSpPr>
          <p:nvPr>
            <p:ph type="ctrTitle"/>
          </p:nvPr>
        </p:nvSpPr>
        <p:spPr>
          <a:xfrm>
            <a:off x="1560000" y="2570100"/>
            <a:ext cx="9072000" cy="10107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5400"/>
              <a:buFont typeface="Arial"/>
              <a:buNone/>
            </a:pPr>
            <a:r>
              <a:rPr lang="en-US" sz="4100" b="1" i="1">
                <a:latin typeface="Calibri"/>
                <a:ea typeface="Calibri"/>
                <a:cs typeface="Calibri"/>
                <a:sym typeface="Calibri"/>
              </a:rPr>
              <a:t> PROJECT 4</a:t>
            </a:r>
            <a:endParaRPr sz="4100" b="1" i="1">
              <a:latin typeface="Calibri"/>
              <a:ea typeface="Calibri"/>
              <a:cs typeface="Calibri"/>
              <a:sym typeface="Calibri"/>
            </a:endParaRPr>
          </a:p>
          <a:p>
            <a:pPr marL="0" lvl="0" indent="0" algn="ctr" rtl="0">
              <a:lnSpc>
                <a:spcPct val="90000"/>
              </a:lnSpc>
              <a:spcBef>
                <a:spcPts val="0"/>
              </a:spcBef>
              <a:spcAft>
                <a:spcPts val="0"/>
              </a:spcAft>
              <a:buClr>
                <a:schemeClr val="lt1"/>
              </a:buClr>
              <a:buSzPts val="5400"/>
              <a:buFont typeface="Arial"/>
              <a:buNone/>
            </a:pPr>
            <a:r>
              <a:rPr lang="en-US" sz="4100" b="1" i="1">
                <a:latin typeface="Calibri"/>
                <a:ea typeface="Calibri"/>
                <a:cs typeface="Calibri"/>
                <a:sym typeface="Calibri"/>
              </a:rPr>
              <a:t>EXPLORATION OF THE CONJECTURE OF A PERSON’S TYPING DYNAMICS</a:t>
            </a:r>
            <a:endParaRPr sz="4100" b="1" i="1">
              <a:latin typeface="Calibri"/>
              <a:ea typeface="Calibri"/>
              <a:cs typeface="Calibri"/>
              <a:sym typeface="Calibri"/>
            </a:endParaRPr>
          </a:p>
        </p:txBody>
      </p:sp>
      <p:sp>
        <p:nvSpPr>
          <p:cNvPr id="374" name="Google Shape;374;p85"/>
          <p:cNvSpPr txBox="1">
            <a:spLocks noGrp="1"/>
          </p:cNvSpPr>
          <p:nvPr>
            <p:ph type="subTitle" idx="1"/>
          </p:nvPr>
        </p:nvSpPr>
        <p:spPr>
          <a:xfrm>
            <a:off x="1524000" y="3932692"/>
            <a:ext cx="9144000" cy="2161200"/>
          </a:xfrm>
          <a:prstGeom prst="rect">
            <a:avLst/>
          </a:prstGeom>
          <a:noFill/>
          <a:ln>
            <a:noFill/>
          </a:ln>
        </p:spPr>
        <p:txBody>
          <a:bodyPr spcFirstLastPara="1" wrap="square" lIns="91425" tIns="45700" rIns="91425" bIns="45700" anchor="t" anchorCtr="0">
            <a:noAutofit/>
          </a:bodyPr>
          <a:lstStyle/>
          <a:p>
            <a:pPr marL="0" lvl="0" indent="0" algn="r" rtl="0">
              <a:lnSpc>
                <a:spcPct val="90000"/>
              </a:lnSpc>
              <a:spcBef>
                <a:spcPts val="0"/>
              </a:spcBef>
              <a:spcAft>
                <a:spcPts val="0"/>
              </a:spcAft>
              <a:buClr>
                <a:srgbClr val="00A9DB"/>
              </a:buClr>
              <a:buSzPts val="2800"/>
              <a:buNone/>
            </a:pPr>
            <a:r>
              <a:rPr lang="en-US" sz="2500" b="1" u="sng">
                <a:latin typeface="Calibri"/>
                <a:ea typeface="Calibri"/>
                <a:cs typeface="Calibri"/>
                <a:sym typeface="Calibri"/>
              </a:rPr>
              <a:t>Group 4</a:t>
            </a:r>
            <a:endParaRPr sz="2200" b="1">
              <a:solidFill>
                <a:srgbClr val="A4C2F4"/>
              </a:solidFill>
              <a:latin typeface="Calibri"/>
              <a:ea typeface="Calibri"/>
              <a:cs typeface="Calibri"/>
              <a:sym typeface="Calibri"/>
            </a:endParaRPr>
          </a:p>
          <a:p>
            <a:pPr marL="0" lvl="0" indent="0" algn="r" rtl="0">
              <a:lnSpc>
                <a:spcPct val="90000"/>
              </a:lnSpc>
              <a:spcBef>
                <a:spcPts val="0"/>
              </a:spcBef>
              <a:spcAft>
                <a:spcPts val="0"/>
              </a:spcAft>
              <a:buClr>
                <a:srgbClr val="00A9DB"/>
              </a:buClr>
              <a:buSzPts val="2800"/>
              <a:buNone/>
            </a:pPr>
            <a:r>
              <a:rPr lang="en-US" sz="2200" b="1">
                <a:solidFill>
                  <a:srgbClr val="A4C2F4"/>
                </a:solidFill>
                <a:latin typeface="Calibri"/>
                <a:ea typeface="Calibri"/>
                <a:cs typeface="Calibri"/>
                <a:sym typeface="Calibri"/>
              </a:rPr>
              <a:t>Sai Ram Vodnala</a:t>
            </a:r>
            <a:endParaRPr sz="2200" b="1">
              <a:solidFill>
                <a:srgbClr val="A4C2F4"/>
              </a:solidFill>
              <a:latin typeface="Calibri"/>
              <a:ea typeface="Calibri"/>
              <a:cs typeface="Calibri"/>
              <a:sym typeface="Calibri"/>
            </a:endParaRPr>
          </a:p>
          <a:p>
            <a:pPr marL="0" lvl="0" indent="0" algn="r" rtl="0">
              <a:lnSpc>
                <a:spcPct val="90000"/>
              </a:lnSpc>
              <a:spcBef>
                <a:spcPts val="0"/>
              </a:spcBef>
              <a:spcAft>
                <a:spcPts val="0"/>
              </a:spcAft>
              <a:buClr>
                <a:srgbClr val="00A9DB"/>
              </a:buClr>
              <a:buSzPts val="2800"/>
              <a:buNone/>
            </a:pPr>
            <a:r>
              <a:rPr lang="en-US" sz="2200" b="1">
                <a:solidFill>
                  <a:srgbClr val="A4C2F4"/>
                </a:solidFill>
                <a:latin typeface="Calibri"/>
                <a:ea typeface="Calibri"/>
                <a:cs typeface="Calibri"/>
                <a:sym typeface="Calibri"/>
              </a:rPr>
              <a:t>Carlos Quevedo Garza</a:t>
            </a:r>
            <a:endParaRPr sz="2200" b="1">
              <a:solidFill>
                <a:srgbClr val="A4C2F4"/>
              </a:solidFill>
              <a:latin typeface="Calibri"/>
              <a:ea typeface="Calibri"/>
              <a:cs typeface="Calibri"/>
              <a:sym typeface="Calibri"/>
            </a:endParaRPr>
          </a:p>
          <a:p>
            <a:pPr marL="0" lvl="0" indent="0" algn="r" rtl="0">
              <a:lnSpc>
                <a:spcPct val="90000"/>
              </a:lnSpc>
              <a:spcBef>
                <a:spcPts val="0"/>
              </a:spcBef>
              <a:spcAft>
                <a:spcPts val="0"/>
              </a:spcAft>
              <a:buClr>
                <a:srgbClr val="00A9DB"/>
              </a:buClr>
              <a:buSzPts val="2800"/>
              <a:buNone/>
            </a:pPr>
            <a:r>
              <a:rPr lang="en-US" sz="2200" b="1">
                <a:solidFill>
                  <a:srgbClr val="A4C2F4"/>
                </a:solidFill>
                <a:latin typeface="Calibri"/>
                <a:ea typeface="Calibri"/>
                <a:cs typeface="Calibri"/>
                <a:sym typeface="Calibri"/>
              </a:rPr>
              <a:t>Kevin Osei-Onomah</a:t>
            </a:r>
            <a:endParaRPr sz="2200" b="1">
              <a:solidFill>
                <a:srgbClr val="A4C2F4"/>
              </a:solidFill>
              <a:latin typeface="Calibri"/>
              <a:ea typeface="Calibri"/>
              <a:cs typeface="Calibri"/>
              <a:sym typeface="Calibri"/>
            </a:endParaRPr>
          </a:p>
          <a:p>
            <a:pPr marL="0" lvl="0" indent="0" algn="r" rtl="0">
              <a:lnSpc>
                <a:spcPct val="90000"/>
              </a:lnSpc>
              <a:spcBef>
                <a:spcPts val="0"/>
              </a:spcBef>
              <a:spcAft>
                <a:spcPts val="0"/>
              </a:spcAft>
              <a:buClr>
                <a:srgbClr val="00A9DB"/>
              </a:buClr>
              <a:buSzPts val="2800"/>
              <a:buNone/>
            </a:pPr>
            <a:r>
              <a:rPr lang="en-US" sz="2200" b="1">
                <a:solidFill>
                  <a:srgbClr val="A4C2F4"/>
                </a:solidFill>
                <a:latin typeface="Calibri"/>
                <a:ea typeface="Calibri"/>
                <a:cs typeface="Calibri"/>
                <a:sym typeface="Calibri"/>
              </a:rPr>
              <a:t>Soniya Shahi</a:t>
            </a:r>
            <a:endParaRPr sz="2200" b="1">
              <a:solidFill>
                <a:srgbClr val="A4C2F4"/>
              </a:solidFill>
              <a:latin typeface="Calibri"/>
              <a:ea typeface="Calibri"/>
              <a:cs typeface="Calibri"/>
              <a:sym typeface="Calibri"/>
            </a:endParaRPr>
          </a:p>
        </p:txBody>
      </p:sp>
      <p:sp>
        <p:nvSpPr>
          <p:cNvPr id="375" name="Google Shape;375;p85"/>
          <p:cNvSpPr txBox="1">
            <a:spLocks noGrp="1"/>
          </p:cNvSpPr>
          <p:nvPr>
            <p:ph type="body" idx="2"/>
          </p:nvPr>
        </p:nvSpPr>
        <p:spPr>
          <a:xfrm>
            <a:off x="4144963" y="6302564"/>
            <a:ext cx="3902075" cy="348172"/>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A8A7AB"/>
              </a:buClr>
              <a:buSzPts val="2000"/>
              <a:buNone/>
            </a:pPr>
            <a:r>
              <a:rPr lang="en-US"/>
              <a:t>November 2024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pic>
        <p:nvPicPr>
          <p:cNvPr id="380" name="Google Shape;380;p86"/>
          <p:cNvPicPr preferRelativeResize="0"/>
          <p:nvPr/>
        </p:nvPicPr>
        <p:blipFill rotWithShape="1">
          <a:blip r:embed="rId3">
            <a:alphaModFix/>
          </a:blip>
          <a:srcRect/>
          <a:stretch/>
        </p:blipFill>
        <p:spPr>
          <a:xfrm rot="-5400000">
            <a:off x="3812839" y="-1521164"/>
            <a:ext cx="6857999" cy="9900327"/>
          </a:xfrm>
          <a:prstGeom prst="rect">
            <a:avLst/>
          </a:prstGeom>
          <a:noFill/>
          <a:ln>
            <a:noFill/>
          </a:ln>
        </p:spPr>
      </p:pic>
      <p:sp>
        <p:nvSpPr>
          <p:cNvPr id="381" name="Google Shape;381;p86"/>
          <p:cNvSpPr txBox="1">
            <a:spLocks noGrp="1"/>
          </p:cNvSpPr>
          <p:nvPr>
            <p:ph type="body" idx="1"/>
          </p:nvPr>
        </p:nvSpPr>
        <p:spPr>
          <a:xfrm rot="-5400000">
            <a:off x="-731300" y="2917775"/>
            <a:ext cx="5573700" cy="1357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5400" b="1">
                <a:solidFill>
                  <a:schemeClr val="lt1"/>
                </a:solidFill>
                <a:latin typeface="Calibri"/>
                <a:ea typeface="Calibri"/>
                <a:cs typeface="Calibri"/>
                <a:sym typeface="Calibri"/>
              </a:rPr>
              <a:t>Table of Contents</a:t>
            </a:r>
            <a:endParaRPr sz="5400" b="1">
              <a:solidFill>
                <a:schemeClr val="lt1"/>
              </a:solidFill>
              <a:latin typeface="Calibri"/>
              <a:ea typeface="Calibri"/>
              <a:cs typeface="Calibri"/>
              <a:sym typeface="Calibri"/>
            </a:endParaRPr>
          </a:p>
        </p:txBody>
      </p:sp>
      <p:sp>
        <p:nvSpPr>
          <p:cNvPr id="382" name="Google Shape;382;p86"/>
          <p:cNvSpPr/>
          <p:nvPr/>
        </p:nvSpPr>
        <p:spPr>
          <a:xfrm rot="10800000">
            <a:off x="3924522" y="457762"/>
            <a:ext cx="6526968" cy="687614"/>
          </a:xfrm>
          <a:prstGeom prst="homePlate">
            <a:avLst>
              <a:gd name="adj" fmla="val 50000"/>
            </a:avLst>
          </a:prstGeom>
          <a:solidFill>
            <a:srgbClr val="0E9EDB"/>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86"/>
          <p:cNvSpPr txBox="1"/>
          <p:nvPr/>
        </p:nvSpPr>
        <p:spPr>
          <a:xfrm>
            <a:off x="4123889" y="457825"/>
            <a:ext cx="6327465" cy="687614"/>
          </a:xfrm>
          <a:prstGeom prst="rect">
            <a:avLst/>
          </a:prstGeom>
          <a:noFill/>
          <a:ln>
            <a:noFill/>
          </a:ln>
        </p:spPr>
        <p:txBody>
          <a:bodyPr spcFirstLastPara="1" wrap="square" lIns="274075" tIns="91425" rIns="170675" bIns="91425" anchor="ctr" anchorCtr="0">
            <a:noAutofit/>
          </a:bodyPr>
          <a:lstStyle/>
          <a:p>
            <a:pPr marL="0" marR="0" lvl="0" indent="0" algn="ctr" rtl="0">
              <a:lnSpc>
                <a:spcPct val="90000"/>
              </a:lnSpc>
              <a:spcBef>
                <a:spcPts val="0"/>
              </a:spcBef>
              <a:spcAft>
                <a:spcPts val="0"/>
              </a:spcAft>
              <a:buNone/>
            </a:pPr>
            <a:r>
              <a:rPr lang="en-US" sz="2400" i="0" u="none" strike="noStrike" cap="none">
                <a:solidFill>
                  <a:schemeClr val="lt1"/>
                </a:solidFill>
                <a:latin typeface="Calibri"/>
                <a:ea typeface="Calibri"/>
                <a:cs typeface="Calibri"/>
                <a:sym typeface="Calibri"/>
              </a:rPr>
              <a:t>Introduction</a:t>
            </a:r>
            <a:endParaRPr sz="2400" i="0" u="none" strike="noStrike" cap="none">
              <a:solidFill>
                <a:schemeClr val="lt1"/>
              </a:solidFill>
              <a:latin typeface="Calibri"/>
              <a:ea typeface="Calibri"/>
              <a:cs typeface="Calibri"/>
              <a:sym typeface="Calibri"/>
            </a:endParaRPr>
          </a:p>
        </p:txBody>
      </p:sp>
      <p:sp>
        <p:nvSpPr>
          <p:cNvPr id="384" name="Google Shape;384;p86"/>
          <p:cNvSpPr/>
          <p:nvPr/>
        </p:nvSpPr>
        <p:spPr>
          <a:xfrm rot="10800000">
            <a:off x="3924522" y="1317201"/>
            <a:ext cx="6526968" cy="687614"/>
          </a:xfrm>
          <a:prstGeom prst="homePlate">
            <a:avLst>
              <a:gd name="adj" fmla="val 50000"/>
            </a:avLst>
          </a:prstGeom>
          <a:solidFill>
            <a:srgbClr val="0E9EDB"/>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86"/>
          <p:cNvSpPr txBox="1"/>
          <p:nvPr/>
        </p:nvSpPr>
        <p:spPr>
          <a:xfrm>
            <a:off x="4123889" y="1317264"/>
            <a:ext cx="6327465" cy="687614"/>
          </a:xfrm>
          <a:prstGeom prst="rect">
            <a:avLst/>
          </a:prstGeom>
          <a:noFill/>
          <a:ln>
            <a:noFill/>
          </a:ln>
        </p:spPr>
        <p:txBody>
          <a:bodyPr spcFirstLastPara="1" wrap="square" lIns="274075" tIns="91425" rIns="170675" bIns="91425" anchor="ctr" anchorCtr="0">
            <a:noAutofit/>
          </a:bodyPr>
          <a:lstStyle/>
          <a:p>
            <a:pPr marL="0" marR="0" lvl="0" indent="0" algn="ctr" rtl="0">
              <a:lnSpc>
                <a:spcPct val="90000"/>
              </a:lnSpc>
              <a:spcBef>
                <a:spcPts val="0"/>
              </a:spcBef>
              <a:spcAft>
                <a:spcPts val="0"/>
              </a:spcAft>
              <a:buNone/>
            </a:pPr>
            <a:r>
              <a:rPr lang="en-US" sz="2400" i="0" u="none" strike="noStrike" cap="none">
                <a:solidFill>
                  <a:schemeClr val="lt1"/>
                </a:solidFill>
                <a:latin typeface="Calibri"/>
                <a:ea typeface="Calibri"/>
                <a:cs typeface="Calibri"/>
                <a:sym typeface="Calibri"/>
              </a:rPr>
              <a:t>Data Overview</a:t>
            </a:r>
            <a:endParaRPr sz="2400" i="0" u="none" strike="noStrike" cap="none">
              <a:solidFill>
                <a:schemeClr val="lt1"/>
              </a:solidFill>
              <a:latin typeface="Calibri"/>
              <a:ea typeface="Calibri"/>
              <a:cs typeface="Calibri"/>
              <a:sym typeface="Calibri"/>
            </a:endParaRPr>
          </a:p>
        </p:txBody>
      </p:sp>
      <p:sp>
        <p:nvSpPr>
          <p:cNvPr id="386" name="Google Shape;386;p86"/>
          <p:cNvSpPr/>
          <p:nvPr/>
        </p:nvSpPr>
        <p:spPr>
          <a:xfrm rot="10800000">
            <a:off x="3924522" y="2176641"/>
            <a:ext cx="6526968" cy="687614"/>
          </a:xfrm>
          <a:prstGeom prst="homePlate">
            <a:avLst>
              <a:gd name="adj" fmla="val 50000"/>
            </a:avLst>
          </a:prstGeom>
          <a:solidFill>
            <a:srgbClr val="0E9EDB"/>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86"/>
          <p:cNvSpPr txBox="1"/>
          <p:nvPr/>
        </p:nvSpPr>
        <p:spPr>
          <a:xfrm>
            <a:off x="4123889" y="2176704"/>
            <a:ext cx="6327465" cy="687614"/>
          </a:xfrm>
          <a:prstGeom prst="rect">
            <a:avLst/>
          </a:prstGeom>
          <a:noFill/>
          <a:ln>
            <a:noFill/>
          </a:ln>
        </p:spPr>
        <p:txBody>
          <a:bodyPr spcFirstLastPara="1" wrap="square" lIns="274075" tIns="91425" rIns="170675" bIns="91425" anchor="ctr" anchorCtr="0">
            <a:noAutofit/>
          </a:bodyPr>
          <a:lstStyle/>
          <a:p>
            <a:pPr marL="0" marR="0" lvl="0" indent="0" algn="ctr" rtl="0">
              <a:lnSpc>
                <a:spcPct val="90000"/>
              </a:lnSpc>
              <a:spcBef>
                <a:spcPts val="0"/>
              </a:spcBef>
              <a:spcAft>
                <a:spcPts val="0"/>
              </a:spcAft>
              <a:buNone/>
            </a:pPr>
            <a:r>
              <a:rPr lang="en-US" sz="2400" i="0" u="none" strike="noStrike" cap="none">
                <a:solidFill>
                  <a:schemeClr val="lt1"/>
                </a:solidFill>
                <a:latin typeface="Calibri"/>
                <a:ea typeface="Calibri"/>
                <a:cs typeface="Calibri"/>
                <a:sym typeface="Calibri"/>
              </a:rPr>
              <a:t>Exploratory Data Analysis (EDA)</a:t>
            </a:r>
            <a:endParaRPr sz="2400" i="0" u="none" strike="noStrike" cap="none">
              <a:solidFill>
                <a:schemeClr val="lt1"/>
              </a:solidFill>
              <a:latin typeface="Calibri"/>
              <a:ea typeface="Calibri"/>
              <a:cs typeface="Calibri"/>
              <a:sym typeface="Calibri"/>
            </a:endParaRPr>
          </a:p>
        </p:txBody>
      </p:sp>
      <p:grpSp>
        <p:nvGrpSpPr>
          <p:cNvPr id="388" name="Google Shape;388;p86"/>
          <p:cNvGrpSpPr/>
          <p:nvPr/>
        </p:nvGrpSpPr>
        <p:grpSpPr>
          <a:xfrm>
            <a:off x="3924502" y="3122750"/>
            <a:ext cx="6526910" cy="1573132"/>
            <a:chOff x="1443162" y="266"/>
            <a:chExt cx="5109527" cy="1405586"/>
          </a:xfrm>
        </p:grpSpPr>
        <p:sp>
          <p:nvSpPr>
            <p:cNvPr id="389" name="Google Shape;389;p86"/>
            <p:cNvSpPr/>
            <p:nvPr/>
          </p:nvSpPr>
          <p:spPr>
            <a:xfrm rot="10800000">
              <a:off x="1443162" y="266"/>
              <a:ext cx="5109527" cy="624704"/>
            </a:xfrm>
            <a:prstGeom prst="homePlate">
              <a:avLst>
                <a:gd name="adj" fmla="val 50000"/>
              </a:avLst>
            </a:prstGeom>
            <a:solidFill>
              <a:srgbClr val="0E9EDB"/>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86"/>
            <p:cNvSpPr txBox="1"/>
            <p:nvPr/>
          </p:nvSpPr>
          <p:spPr>
            <a:xfrm>
              <a:off x="1599338" y="266"/>
              <a:ext cx="4953351" cy="624704"/>
            </a:xfrm>
            <a:prstGeom prst="rect">
              <a:avLst/>
            </a:prstGeom>
            <a:noFill/>
            <a:ln>
              <a:noFill/>
            </a:ln>
          </p:spPr>
          <p:txBody>
            <a:bodyPr spcFirstLastPara="1" wrap="square" lIns="275475" tIns="91425" rIns="170675" bIns="91425" anchor="ctr" anchorCtr="0">
              <a:noAutofit/>
            </a:bodyPr>
            <a:lstStyle/>
            <a:p>
              <a:pPr marL="0" marR="0" lvl="0" indent="0" algn="ctr" rtl="0">
                <a:lnSpc>
                  <a:spcPct val="90000"/>
                </a:lnSpc>
                <a:spcBef>
                  <a:spcPts val="0"/>
                </a:spcBef>
                <a:spcAft>
                  <a:spcPts val="0"/>
                </a:spcAft>
                <a:buNone/>
              </a:pPr>
              <a:r>
                <a:rPr lang="en-US" sz="2400">
                  <a:solidFill>
                    <a:schemeClr val="lt1"/>
                  </a:solidFill>
                  <a:latin typeface="Calibri"/>
                  <a:ea typeface="Calibri"/>
                  <a:cs typeface="Calibri"/>
                  <a:sym typeface="Calibri"/>
                </a:rPr>
                <a:t>Model Development and Evaluation</a:t>
              </a:r>
              <a:endParaRPr sz="2400" i="0" u="none" strike="noStrike" cap="none">
                <a:solidFill>
                  <a:schemeClr val="lt1"/>
                </a:solidFill>
                <a:latin typeface="Calibri"/>
                <a:ea typeface="Calibri"/>
                <a:cs typeface="Calibri"/>
                <a:sym typeface="Calibri"/>
              </a:endParaRPr>
            </a:p>
          </p:txBody>
        </p:sp>
        <p:sp>
          <p:nvSpPr>
            <p:cNvPr id="391" name="Google Shape;391;p86"/>
            <p:cNvSpPr/>
            <p:nvPr/>
          </p:nvSpPr>
          <p:spPr>
            <a:xfrm rot="10800000">
              <a:off x="1443162" y="781148"/>
              <a:ext cx="5109527" cy="624704"/>
            </a:xfrm>
            <a:prstGeom prst="homePlate">
              <a:avLst>
                <a:gd name="adj" fmla="val 50000"/>
              </a:avLst>
            </a:prstGeom>
            <a:solidFill>
              <a:srgbClr val="0E9EDB"/>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86"/>
            <p:cNvSpPr txBox="1"/>
            <p:nvPr/>
          </p:nvSpPr>
          <p:spPr>
            <a:xfrm>
              <a:off x="1599338" y="781148"/>
              <a:ext cx="4953300" cy="624600"/>
            </a:xfrm>
            <a:prstGeom prst="rect">
              <a:avLst/>
            </a:prstGeom>
            <a:noFill/>
            <a:ln>
              <a:noFill/>
            </a:ln>
          </p:spPr>
          <p:txBody>
            <a:bodyPr spcFirstLastPara="1" wrap="square" lIns="275475" tIns="91425" rIns="170675" bIns="91425" anchor="ctr" anchorCtr="0">
              <a:noAutofit/>
            </a:bodyPr>
            <a:lstStyle/>
            <a:p>
              <a:pPr marL="0" marR="0" lvl="0" indent="0" algn="ctr" rtl="0">
                <a:lnSpc>
                  <a:spcPct val="90000"/>
                </a:lnSpc>
                <a:spcBef>
                  <a:spcPts val="0"/>
                </a:spcBef>
                <a:spcAft>
                  <a:spcPts val="0"/>
                </a:spcAft>
                <a:buNone/>
              </a:pPr>
              <a:r>
                <a:rPr lang="en-US" sz="2400">
                  <a:solidFill>
                    <a:schemeClr val="lt1"/>
                  </a:solidFill>
                  <a:latin typeface="Calibri"/>
                  <a:ea typeface="Calibri"/>
                  <a:cs typeface="Calibri"/>
                  <a:sym typeface="Calibri"/>
                </a:rPr>
                <a:t>Post Hoc Analysis</a:t>
              </a:r>
              <a:endParaRPr sz="2400" i="0" u="none" strike="noStrike" cap="none">
                <a:solidFill>
                  <a:schemeClr val="lt1"/>
                </a:solidFill>
                <a:latin typeface="Calibri"/>
                <a:ea typeface="Calibri"/>
                <a:cs typeface="Calibri"/>
                <a:sym typeface="Calibri"/>
              </a:endParaRPr>
            </a:p>
          </p:txBody>
        </p:sp>
      </p:grpSp>
      <p:grpSp>
        <p:nvGrpSpPr>
          <p:cNvPr id="393" name="Google Shape;393;p86"/>
          <p:cNvGrpSpPr/>
          <p:nvPr/>
        </p:nvGrpSpPr>
        <p:grpSpPr>
          <a:xfrm>
            <a:off x="3924581" y="4954364"/>
            <a:ext cx="6526781" cy="619945"/>
            <a:chOff x="3907947" y="5763301"/>
            <a:chExt cx="6257100" cy="852159"/>
          </a:xfrm>
        </p:grpSpPr>
        <p:sp>
          <p:nvSpPr>
            <p:cNvPr id="394" name="Google Shape;394;p86"/>
            <p:cNvSpPr/>
            <p:nvPr/>
          </p:nvSpPr>
          <p:spPr>
            <a:xfrm rot="10800000">
              <a:off x="3907947" y="5763459"/>
              <a:ext cx="6257100" cy="852000"/>
            </a:xfrm>
            <a:prstGeom prst="homePlate">
              <a:avLst>
                <a:gd name="adj" fmla="val 50000"/>
              </a:avLst>
            </a:prstGeom>
            <a:solidFill>
              <a:srgbClr val="0E9EDB"/>
            </a:solidFill>
            <a:ln w="38100" cap="flat" cmpd="sng">
              <a:solidFill>
                <a:schemeClr val="lt1"/>
              </a:solidFill>
              <a:prstDash val="solid"/>
              <a:round/>
              <a:headEnd type="none" w="sm" len="sm"/>
              <a:tailEnd type="none" w="sm" len="sm"/>
            </a:ln>
            <a:effectLst>
              <a:outerShdw blurRad="40000" dist="20000" dir="5400000" rotWithShape="0">
                <a:srgbClr val="000000">
                  <a:alpha val="3765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86"/>
            <p:cNvSpPr txBox="1"/>
            <p:nvPr/>
          </p:nvSpPr>
          <p:spPr>
            <a:xfrm>
              <a:off x="4099173" y="5763301"/>
              <a:ext cx="6065700" cy="852000"/>
            </a:xfrm>
            <a:prstGeom prst="rect">
              <a:avLst/>
            </a:prstGeom>
            <a:noFill/>
            <a:ln>
              <a:noFill/>
            </a:ln>
          </p:spPr>
          <p:txBody>
            <a:bodyPr spcFirstLastPara="1" wrap="square" lIns="275475" tIns="91425" rIns="170675" bIns="91425" anchor="ctr" anchorCtr="0">
              <a:noAutofit/>
            </a:bodyPr>
            <a:lstStyle/>
            <a:p>
              <a:pPr marL="0" marR="0" lvl="0" indent="0" algn="ctr" rtl="0">
                <a:lnSpc>
                  <a:spcPct val="90000"/>
                </a:lnSpc>
                <a:spcBef>
                  <a:spcPts val="0"/>
                </a:spcBef>
                <a:spcAft>
                  <a:spcPts val="0"/>
                </a:spcAft>
                <a:buNone/>
              </a:pPr>
              <a:r>
                <a:rPr lang="en-US" sz="2400">
                  <a:solidFill>
                    <a:schemeClr val="lt1"/>
                  </a:solidFill>
                  <a:latin typeface="Calibri"/>
                  <a:ea typeface="Calibri"/>
                  <a:cs typeface="Calibri"/>
                  <a:sym typeface="Calibri"/>
                </a:rPr>
                <a:t>Quantile Regression</a:t>
              </a:r>
              <a:endParaRPr sz="2400" i="0" u="none" strike="noStrike" cap="none">
                <a:solidFill>
                  <a:schemeClr val="lt1"/>
                </a:solidFill>
                <a:latin typeface="Calibri"/>
                <a:ea typeface="Calibri"/>
                <a:cs typeface="Calibri"/>
                <a:sym typeface="Calibri"/>
              </a:endParaRPr>
            </a:p>
          </p:txBody>
        </p:sp>
      </p:grpSp>
      <p:sp>
        <p:nvSpPr>
          <p:cNvPr id="396" name="Google Shape;396;p86"/>
          <p:cNvSpPr/>
          <p:nvPr/>
        </p:nvSpPr>
        <p:spPr>
          <a:xfrm rot="10800000">
            <a:off x="3924512" y="5909009"/>
            <a:ext cx="6526800" cy="619800"/>
          </a:xfrm>
          <a:prstGeom prst="homePlate">
            <a:avLst>
              <a:gd name="adj" fmla="val 50000"/>
            </a:avLst>
          </a:prstGeom>
          <a:solidFill>
            <a:srgbClr val="0E9EDB"/>
          </a:solidFill>
          <a:ln w="38100" cap="flat" cmpd="sng">
            <a:solidFill>
              <a:schemeClr val="lt1"/>
            </a:solidFill>
            <a:prstDash val="solid"/>
            <a:round/>
            <a:headEnd type="none" w="sm" len="sm"/>
            <a:tailEnd type="none" w="sm" len="sm"/>
          </a:ln>
          <a:effectLst>
            <a:outerShdw blurRad="40000" dist="20000" dir="5400000" rotWithShape="0">
              <a:srgbClr val="000000">
                <a:alpha val="3765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86"/>
          <p:cNvSpPr txBox="1"/>
          <p:nvPr/>
        </p:nvSpPr>
        <p:spPr>
          <a:xfrm>
            <a:off x="4246374" y="5908989"/>
            <a:ext cx="6327300" cy="619800"/>
          </a:xfrm>
          <a:prstGeom prst="rect">
            <a:avLst/>
          </a:prstGeom>
          <a:noFill/>
          <a:ln>
            <a:noFill/>
          </a:ln>
        </p:spPr>
        <p:txBody>
          <a:bodyPr spcFirstLastPara="1" wrap="square" lIns="275475" tIns="91425" rIns="170675" bIns="91425" anchor="ctr" anchorCtr="0">
            <a:noAutofit/>
          </a:bodyPr>
          <a:lstStyle/>
          <a:p>
            <a:pPr marL="0" marR="0" lvl="0" indent="0" algn="ctr" rtl="0">
              <a:lnSpc>
                <a:spcPct val="90000"/>
              </a:lnSpc>
              <a:spcBef>
                <a:spcPts val="0"/>
              </a:spcBef>
              <a:spcAft>
                <a:spcPts val="0"/>
              </a:spcAft>
              <a:buNone/>
            </a:pPr>
            <a:r>
              <a:rPr lang="en-US" sz="2400">
                <a:solidFill>
                  <a:schemeClr val="lt1"/>
                </a:solidFill>
                <a:latin typeface="Calibri"/>
                <a:ea typeface="Calibri"/>
                <a:cs typeface="Calibri"/>
                <a:sym typeface="Calibri"/>
              </a:rPr>
              <a:t>Conclusion</a:t>
            </a:r>
            <a:endParaRPr sz="2400" i="0" u="none" strike="noStrike" cap="none">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87"/>
          <p:cNvSpPr txBox="1">
            <a:spLocks noGrp="1"/>
          </p:cNvSpPr>
          <p:nvPr>
            <p:ph type="ctrTitle"/>
          </p:nvPr>
        </p:nvSpPr>
        <p:spPr>
          <a:xfrm>
            <a:off x="144216" y="694945"/>
            <a:ext cx="9144000" cy="1010603"/>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SzPts val="5400"/>
              <a:buNone/>
            </a:pPr>
            <a:r>
              <a:rPr lang="en-US" dirty="0">
                <a:latin typeface="Calibri"/>
                <a:ea typeface="Calibri"/>
                <a:cs typeface="Calibri"/>
                <a:sym typeface="Calibri"/>
              </a:rPr>
              <a:t>Introduction</a:t>
            </a:r>
            <a:endParaRPr dirty="0">
              <a:latin typeface="Calibri"/>
              <a:ea typeface="Calibri"/>
              <a:cs typeface="Calibri"/>
              <a:sym typeface="Calibri"/>
            </a:endParaRPr>
          </a:p>
        </p:txBody>
      </p:sp>
      <p:sp>
        <p:nvSpPr>
          <p:cNvPr id="403" name="Google Shape;403;p87"/>
          <p:cNvSpPr txBox="1">
            <a:spLocks noGrp="1"/>
          </p:cNvSpPr>
          <p:nvPr>
            <p:ph type="body" idx="2"/>
          </p:nvPr>
        </p:nvSpPr>
        <p:spPr>
          <a:xfrm>
            <a:off x="332276" y="3615125"/>
            <a:ext cx="3979200" cy="3142500"/>
          </a:xfrm>
          <a:prstGeom prst="rect">
            <a:avLst/>
          </a:prstGeom>
          <a:noFill/>
          <a:ln>
            <a:noFill/>
          </a:ln>
        </p:spPr>
        <p:txBody>
          <a:bodyPr spcFirstLastPara="1" wrap="square" lIns="91425" tIns="45700" rIns="91425" bIns="45700" anchor="t" anchorCtr="0">
            <a:noAutofit/>
          </a:bodyPr>
          <a:lstStyle/>
          <a:p>
            <a:pPr marL="457200" lvl="0" indent="-355600" algn="l" rtl="0">
              <a:lnSpc>
                <a:spcPct val="115000"/>
              </a:lnSpc>
              <a:spcBef>
                <a:spcPts val="1000"/>
              </a:spcBef>
              <a:spcAft>
                <a:spcPts val="0"/>
              </a:spcAft>
              <a:buClr>
                <a:srgbClr val="002C43"/>
              </a:buClr>
              <a:buSzPts val="2000"/>
              <a:buFont typeface="Calibri"/>
              <a:buChar char="⮚"/>
            </a:pPr>
            <a:r>
              <a:rPr lang="en-US">
                <a:solidFill>
                  <a:srgbClr val="002C43"/>
                </a:solidFill>
                <a:latin typeface="Calibri"/>
                <a:ea typeface="Calibri"/>
                <a:cs typeface="Calibri"/>
                <a:sym typeface="Calibri"/>
              </a:rPr>
              <a:t>Typing dynamics vary across individuals and sessions, posing challenges for consistent and reliable modeling in password-based authentication systems.</a:t>
            </a:r>
            <a:endParaRPr>
              <a:solidFill>
                <a:schemeClr val="dk1"/>
              </a:solidFill>
              <a:latin typeface="Calibri"/>
              <a:ea typeface="Calibri"/>
              <a:cs typeface="Calibri"/>
              <a:sym typeface="Calibri"/>
            </a:endParaRPr>
          </a:p>
          <a:p>
            <a:pPr marL="571500" lvl="0" indent="-215900" algn="l" rtl="0">
              <a:lnSpc>
                <a:spcPct val="90000"/>
              </a:lnSpc>
              <a:spcBef>
                <a:spcPts val="1000"/>
              </a:spcBef>
              <a:spcAft>
                <a:spcPts val="0"/>
              </a:spcAft>
              <a:buClr>
                <a:srgbClr val="002C43"/>
              </a:buClr>
              <a:buSzPts val="2000"/>
              <a:buFont typeface="Noto Sans Symbols"/>
              <a:buNone/>
            </a:pPr>
            <a:endParaRPr>
              <a:solidFill>
                <a:srgbClr val="002C43"/>
              </a:solidFill>
              <a:latin typeface="Calibri"/>
              <a:ea typeface="Calibri"/>
              <a:cs typeface="Calibri"/>
              <a:sym typeface="Calibri"/>
            </a:endParaRPr>
          </a:p>
        </p:txBody>
      </p:sp>
      <p:grpSp>
        <p:nvGrpSpPr>
          <p:cNvPr id="404" name="Google Shape;404;p87"/>
          <p:cNvGrpSpPr/>
          <p:nvPr/>
        </p:nvGrpSpPr>
        <p:grpSpPr>
          <a:xfrm>
            <a:off x="145557" y="2408666"/>
            <a:ext cx="12047783" cy="706009"/>
            <a:chOff x="0" y="0"/>
            <a:chExt cx="12047783" cy="706009"/>
          </a:xfrm>
        </p:grpSpPr>
        <p:sp>
          <p:nvSpPr>
            <p:cNvPr id="405" name="Google Shape;405;p87"/>
            <p:cNvSpPr/>
            <p:nvPr/>
          </p:nvSpPr>
          <p:spPr>
            <a:xfrm>
              <a:off x="0" y="0"/>
              <a:ext cx="4300258" cy="706009"/>
            </a:xfrm>
            <a:prstGeom prst="chevron">
              <a:avLst>
                <a:gd name="adj" fmla="val 50000"/>
              </a:avLst>
            </a:prstGeom>
            <a:solidFill>
              <a:srgbClr val="D4F0FB"/>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87"/>
            <p:cNvSpPr txBox="1"/>
            <p:nvPr/>
          </p:nvSpPr>
          <p:spPr>
            <a:xfrm>
              <a:off x="353005" y="0"/>
              <a:ext cx="3594249" cy="706009"/>
            </a:xfrm>
            <a:prstGeom prst="rect">
              <a:avLst/>
            </a:prstGeom>
            <a:noFill/>
            <a:ln>
              <a:noFill/>
            </a:ln>
          </p:spPr>
          <p:txBody>
            <a:bodyPr spcFirstLastPara="1" wrap="square" lIns="128000" tIns="42650" rIns="42650" bIns="42650" anchor="ctr" anchorCtr="0">
              <a:noAutofit/>
            </a:bodyPr>
            <a:lstStyle/>
            <a:p>
              <a:pPr marL="0" marR="0" lvl="0" indent="0" algn="ctr" rtl="0">
                <a:lnSpc>
                  <a:spcPct val="90000"/>
                </a:lnSpc>
                <a:spcBef>
                  <a:spcPts val="0"/>
                </a:spcBef>
                <a:spcAft>
                  <a:spcPts val="0"/>
                </a:spcAft>
                <a:buNone/>
              </a:pPr>
              <a:r>
                <a:rPr lang="en-US" sz="3200" b="1" i="0" u="none" strike="noStrike" cap="none">
                  <a:solidFill>
                    <a:srgbClr val="003750"/>
                  </a:solidFill>
                  <a:latin typeface="Calibri"/>
                  <a:ea typeface="Calibri"/>
                  <a:cs typeface="Calibri"/>
                  <a:sym typeface="Calibri"/>
                </a:rPr>
                <a:t>Problem</a:t>
              </a:r>
              <a:endParaRPr sz="3200" b="1" i="0" u="none" strike="noStrike" cap="none">
                <a:solidFill>
                  <a:srgbClr val="003750"/>
                </a:solidFill>
                <a:latin typeface="Calibri"/>
                <a:ea typeface="Calibri"/>
                <a:cs typeface="Calibri"/>
                <a:sym typeface="Calibri"/>
              </a:endParaRPr>
            </a:p>
          </p:txBody>
        </p:sp>
        <p:sp>
          <p:nvSpPr>
            <p:cNvPr id="407" name="Google Shape;407;p87"/>
            <p:cNvSpPr/>
            <p:nvPr/>
          </p:nvSpPr>
          <p:spPr>
            <a:xfrm>
              <a:off x="3873762" y="0"/>
              <a:ext cx="4300258" cy="706009"/>
            </a:xfrm>
            <a:prstGeom prst="chevron">
              <a:avLst>
                <a:gd name="adj" fmla="val 50000"/>
              </a:avLst>
            </a:prstGeom>
            <a:solidFill>
              <a:srgbClr val="0E9EDB"/>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87"/>
            <p:cNvSpPr txBox="1"/>
            <p:nvPr/>
          </p:nvSpPr>
          <p:spPr>
            <a:xfrm>
              <a:off x="4226767" y="0"/>
              <a:ext cx="3594249" cy="706009"/>
            </a:xfrm>
            <a:prstGeom prst="rect">
              <a:avLst/>
            </a:prstGeom>
            <a:noFill/>
            <a:ln>
              <a:noFill/>
            </a:ln>
          </p:spPr>
          <p:txBody>
            <a:bodyPr spcFirstLastPara="1" wrap="square" lIns="128000" tIns="42650" rIns="42650" bIns="42650" anchor="ctr" anchorCtr="0">
              <a:noAutofit/>
            </a:bodyPr>
            <a:lstStyle/>
            <a:p>
              <a:pPr marL="0" marR="0" lvl="0" indent="0" algn="ctr" rtl="0">
                <a:lnSpc>
                  <a:spcPct val="90000"/>
                </a:lnSpc>
                <a:spcBef>
                  <a:spcPts val="0"/>
                </a:spcBef>
                <a:spcAft>
                  <a:spcPts val="0"/>
                </a:spcAft>
                <a:buNone/>
              </a:pPr>
              <a:r>
                <a:rPr lang="en-US" sz="3200" b="1" i="0" u="none" strike="noStrike" cap="none">
                  <a:solidFill>
                    <a:schemeClr val="lt1"/>
                  </a:solidFill>
                  <a:latin typeface="Calibri"/>
                  <a:ea typeface="Calibri"/>
                  <a:cs typeface="Calibri"/>
                  <a:sym typeface="Calibri"/>
                </a:rPr>
                <a:t>Objectives</a:t>
              </a:r>
              <a:endParaRPr sz="3200" b="1" i="0" u="none" strike="noStrike" cap="none">
                <a:solidFill>
                  <a:schemeClr val="lt1"/>
                </a:solidFill>
                <a:latin typeface="Calibri"/>
                <a:ea typeface="Calibri"/>
                <a:cs typeface="Calibri"/>
                <a:sym typeface="Calibri"/>
              </a:endParaRPr>
            </a:p>
          </p:txBody>
        </p:sp>
        <p:sp>
          <p:nvSpPr>
            <p:cNvPr id="409" name="Google Shape;409;p87"/>
            <p:cNvSpPr/>
            <p:nvPr/>
          </p:nvSpPr>
          <p:spPr>
            <a:xfrm>
              <a:off x="7747525" y="0"/>
              <a:ext cx="4300258" cy="706009"/>
            </a:xfrm>
            <a:prstGeom prst="chevron">
              <a:avLst>
                <a:gd name="adj" fmla="val 50000"/>
              </a:avLst>
            </a:prstGeom>
            <a:solidFill>
              <a:srgbClr val="003750"/>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87"/>
            <p:cNvSpPr txBox="1"/>
            <p:nvPr/>
          </p:nvSpPr>
          <p:spPr>
            <a:xfrm>
              <a:off x="8100530" y="0"/>
              <a:ext cx="3594249" cy="706009"/>
            </a:xfrm>
            <a:prstGeom prst="rect">
              <a:avLst/>
            </a:prstGeom>
            <a:noFill/>
            <a:ln>
              <a:noFill/>
            </a:ln>
          </p:spPr>
          <p:txBody>
            <a:bodyPr spcFirstLastPara="1" wrap="square" lIns="128000" tIns="42650" rIns="42650" bIns="42650" anchor="ctr" anchorCtr="0">
              <a:noAutofit/>
            </a:bodyPr>
            <a:lstStyle/>
            <a:p>
              <a:pPr marL="0" marR="0" lvl="0" indent="0" algn="ctr" rtl="0">
                <a:lnSpc>
                  <a:spcPct val="90000"/>
                </a:lnSpc>
                <a:spcBef>
                  <a:spcPts val="0"/>
                </a:spcBef>
                <a:spcAft>
                  <a:spcPts val="0"/>
                </a:spcAft>
                <a:buNone/>
              </a:pPr>
              <a:r>
                <a:rPr lang="en-US" sz="3200" b="1" i="0" u="none" strike="noStrike" cap="none">
                  <a:solidFill>
                    <a:schemeClr val="lt1"/>
                  </a:solidFill>
                  <a:latin typeface="Calibri"/>
                  <a:ea typeface="Calibri"/>
                  <a:cs typeface="Calibri"/>
                  <a:sym typeface="Calibri"/>
                </a:rPr>
                <a:t>Goals</a:t>
              </a:r>
              <a:endParaRPr sz="3200" b="1" i="0" u="none" strike="noStrike" cap="none">
                <a:solidFill>
                  <a:schemeClr val="lt1"/>
                </a:solidFill>
                <a:latin typeface="Calibri"/>
                <a:ea typeface="Calibri"/>
                <a:cs typeface="Calibri"/>
                <a:sym typeface="Calibri"/>
              </a:endParaRPr>
            </a:p>
          </p:txBody>
        </p:sp>
      </p:grpSp>
      <p:sp>
        <p:nvSpPr>
          <p:cNvPr id="411" name="Google Shape;411;p87"/>
          <p:cNvSpPr txBox="1"/>
          <p:nvPr/>
        </p:nvSpPr>
        <p:spPr>
          <a:xfrm>
            <a:off x="8103575" y="3615525"/>
            <a:ext cx="3780000" cy="2542800"/>
          </a:xfrm>
          <a:prstGeom prst="rect">
            <a:avLst/>
          </a:prstGeom>
          <a:noFill/>
          <a:ln>
            <a:noFill/>
          </a:ln>
        </p:spPr>
        <p:txBody>
          <a:bodyPr spcFirstLastPara="1" wrap="square" lIns="91425" tIns="45700" rIns="91425" bIns="45700" anchor="t" anchorCtr="0">
            <a:noAutofit/>
          </a:bodyPr>
          <a:lstStyle/>
          <a:p>
            <a:pPr marL="571500" marR="0" lvl="0" indent="-342900" algn="l" rtl="0">
              <a:lnSpc>
                <a:spcPct val="100000"/>
              </a:lnSpc>
              <a:spcBef>
                <a:spcPts val="1000"/>
              </a:spcBef>
              <a:spcAft>
                <a:spcPts val="0"/>
              </a:spcAft>
              <a:buClr>
                <a:srgbClr val="002C43"/>
              </a:buClr>
              <a:buSzPts val="2000"/>
              <a:buFont typeface="Calibri"/>
              <a:buChar char="⮚"/>
            </a:pPr>
            <a:r>
              <a:rPr lang="en-US" sz="2000" dirty="0">
                <a:latin typeface="Calibri"/>
                <a:ea typeface="Calibri"/>
                <a:cs typeface="Calibri"/>
                <a:sym typeface="Calibri"/>
              </a:rPr>
              <a:t>Compare predictive models to understand typing behavior, enhance typing efficiency, and improve password-based security systems.</a:t>
            </a:r>
            <a:endParaRPr sz="2000" i="0" u="none" strike="noStrike" cap="none" dirty="0">
              <a:solidFill>
                <a:srgbClr val="000000"/>
              </a:solidFill>
              <a:latin typeface="Calibri"/>
              <a:ea typeface="Calibri"/>
              <a:cs typeface="Calibri"/>
              <a:sym typeface="Calibri"/>
            </a:endParaRPr>
          </a:p>
        </p:txBody>
      </p:sp>
      <p:sp>
        <p:nvSpPr>
          <p:cNvPr id="412" name="Google Shape;412;p87"/>
          <p:cNvSpPr txBox="1"/>
          <p:nvPr/>
        </p:nvSpPr>
        <p:spPr>
          <a:xfrm>
            <a:off x="4235318" y="3615131"/>
            <a:ext cx="3868262" cy="2542781"/>
          </a:xfrm>
          <a:prstGeom prst="rect">
            <a:avLst/>
          </a:prstGeom>
          <a:noFill/>
          <a:ln>
            <a:noFill/>
          </a:ln>
        </p:spPr>
        <p:txBody>
          <a:bodyPr spcFirstLastPara="1" wrap="square" lIns="91425" tIns="45700" rIns="91425" bIns="45700" anchor="t" anchorCtr="0">
            <a:noAutofit/>
          </a:bodyPr>
          <a:lstStyle/>
          <a:p>
            <a:pPr marL="571500" indent="-342900">
              <a:spcBef>
                <a:spcPts val="1000"/>
              </a:spcBef>
              <a:buClr>
                <a:srgbClr val="002C43"/>
              </a:buClr>
              <a:buSzPts val="2000"/>
              <a:buFont typeface="Calibri"/>
              <a:buChar char="⮚"/>
            </a:pPr>
            <a:r>
              <a:rPr lang="en-US" sz="2000" dirty="0">
                <a:solidFill>
                  <a:schemeClr val="dk1"/>
                </a:solidFill>
                <a:latin typeface="Calibri"/>
                <a:ea typeface="Calibri"/>
                <a:cs typeface="Calibri"/>
                <a:sym typeface="Calibri"/>
              </a:rPr>
              <a:t>Explore temporal changes in typing dynamics and Develop models to predict typing time for the 401st repetition based on prior data.</a:t>
            </a:r>
            <a:endParaRPr sz="2000" b="0" i="0" u="none" strike="noStrike" cap="none" dirty="0">
              <a:solidFill>
                <a:srgbClr val="002C43"/>
              </a:solidFill>
              <a:latin typeface="Play"/>
              <a:ea typeface="Play"/>
              <a:cs typeface="Play"/>
              <a:sym typeface="Play"/>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88"/>
          <p:cNvSpPr/>
          <p:nvPr/>
        </p:nvSpPr>
        <p:spPr>
          <a:xfrm>
            <a:off x="1385455" y="0"/>
            <a:ext cx="10806546"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418" name="Google Shape;418;p88"/>
          <p:cNvPicPr preferRelativeResize="0"/>
          <p:nvPr/>
        </p:nvPicPr>
        <p:blipFill rotWithShape="1">
          <a:blip r:embed="rId3">
            <a:alphaModFix/>
          </a:blip>
          <a:srcRect r="-463" b="2712"/>
          <a:stretch/>
        </p:blipFill>
        <p:spPr>
          <a:xfrm rot="10800000">
            <a:off x="7813963" y="2133587"/>
            <a:ext cx="4364182" cy="4717379"/>
          </a:xfrm>
          <a:prstGeom prst="rect">
            <a:avLst/>
          </a:prstGeom>
          <a:noFill/>
          <a:ln>
            <a:noFill/>
          </a:ln>
        </p:spPr>
      </p:pic>
      <p:sp>
        <p:nvSpPr>
          <p:cNvPr id="419" name="Google Shape;419;p88"/>
          <p:cNvSpPr txBox="1">
            <a:spLocks noGrp="1"/>
          </p:cNvSpPr>
          <p:nvPr>
            <p:ph type="body" idx="1"/>
          </p:nvPr>
        </p:nvSpPr>
        <p:spPr>
          <a:xfrm>
            <a:off x="1728023" y="216450"/>
            <a:ext cx="9887700" cy="606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600" b="1">
                <a:solidFill>
                  <a:srgbClr val="003750"/>
                </a:solidFill>
                <a:latin typeface="Calibri"/>
                <a:ea typeface="Calibri"/>
                <a:cs typeface="Calibri"/>
                <a:sym typeface="Calibri"/>
              </a:rPr>
              <a:t>Task 1: Exploratory Data Analysis</a:t>
            </a:r>
            <a:endParaRPr sz="4600" b="1">
              <a:solidFill>
                <a:srgbClr val="003750"/>
              </a:solidFill>
              <a:latin typeface="Calibri"/>
              <a:ea typeface="Calibri"/>
              <a:cs typeface="Calibri"/>
              <a:sym typeface="Calibri"/>
            </a:endParaRPr>
          </a:p>
        </p:txBody>
      </p:sp>
      <p:sp>
        <p:nvSpPr>
          <p:cNvPr id="420" name="Google Shape;420;p88"/>
          <p:cNvSpPr txBox="1">
            <a:spLocks noGrp="1"/>
          </p:cNvSpPr>
          <p:nvPr>
            <p:ph type="body" idx="3"/>
          </p:nvPr>
        </p:nvSpPr>
        <p:spPr>
          <a:xfrm>
            <a:off x="1728030" y="969474"/>
            <a:ext cx="10500600" cy="5736300"/>
          </a:xfrm>
          <a:prstGeom prst="rect">
            <a:avLst/>
          </a:prstGeom>
          <a:noFill/>
          <a:ln>
            <a:noFill/>
          </a:ln>
        </p:spPr>
        <p:txBody>
          <a:bodyPr spcFirstLastPara="1" wrap="square" lIns="91425" tIns="45700" rIns="91425" bIns="45700" anchor="t" anchorCtr="0">
            <a:noAutofit/>
          </a:bodyPr>
          <a:lstStyle/>
          <a:p>
            <a:pPr marL="457200" lvl="0" indent="-444500" algn="l" rtl="0">
              <a:lnSpc>
                <a:spcPct val="115000"/>
              </a:lnSpc>
              <a:spcBef>
                <a:spcPts val="0"/>
              </a:spcBef>
              <a:spcAft>
                <a:spcPts val="0"/>
              </a:spcAft>
              <a:buClr>
                <a:schemeClr val="dk1"/>
              </a:buClr>
              <a:buSzPts val="3400"/>
              <a:buFont typeface="Roboto"/>
              <a:buChar char="●"/>
            </a:pPr>
            <a:r>
              <a:rPr lang="en-US" sz="2600" b="1">
                <a:solidFill>
                  <a:srgbClr val="003750"/>
                </a:solidFill>
                <a:latin typeface="Calibri"/>
                <a:ea typeface="Calibri"/>
                <a:cs typeface="Calibri"/>
                <a:sym typeface="Calibri"/>
              </a:rPr>
              <a:t>Response Variables:</a:t>
            </a:r>
            <a:endParaRPr sz="2600" b="1">
              <a:solidFill>
                <a:srgbClr val="003750"/>
              </a:solidFill>
              <a:latin typeface="Calibri"/>
              <a:ea typeface="Calibri"/>
              <a:cs typeface="Calibri"/>
              <a:sym typeface="Calibri"/>
            </a:endParaRPr>
          </a:p>
          <a:p>
            <a:pPr marL="457200" lvl="0" indent="-393700" algn="l" rtl="0">
              <a:lnSpc>
                <a:spcPct val="115000"/>
              </a:lnSpc>
              <a:spcBef>
                <a:spcPts val="0"/>
              </a:spcBef>
              <a:spcAft>
                <a:spcPts val="0"/>
              </a:spcAft>
              <a:buClr>
                <a:srgbClr val="003750"/>
              </a:buClr>
              <a:buSzPts val="2600"/>
              <a:buFont typeface="Calibri"/>
              <a:buAutoNum type="arabicPeriod"/>
            </a:pPr>
            <a:r>
              <a:rPr lang="en-US" sz="2600" b="1">
                <a:solidFill>
                  <a:srgbClr val="003750"/>
                </a:solidFill>
                <a:latin typeface="Calibri"/>
                <a:ea typeface="Calibri"/>
                <a:cs typeface="Calibri"/>
                <a:sym typeface="Calibri"/>
              </a:rPr>
              <a:t>Total Time: Overall time taken to type the password</a:t>
            </a:r>
            <a:endParaRPr sz="2600" b="1">
              <a:solidFill>
                <a:srgbClr val="003750"/>
              </a:solidFill>
              <a:latin typeface="Calibri"/>
              <a:ea typeface="Calibri"/>
              <a:cs typeface="Calibri"/>
              <a:sym typeface="Calibri"/>
            </a:endParaRPr>
          </a:p>
          <a:p>
            <a:pPr marL="457200" lvl="0" indent="-393700" algn="l" rtl="0">
              <a:lnSpc>
                <a:spcPct val="115000"/>
              </a:lnSpc>
              <a:spcBef>
                <a:spcPts val="0"/>
              </a:spcBef>
              <a:spcAft>
                <a:spcPts val="0"/>
              </a:spcAft>
              <a:buClr>
                <a:srgbClr val="003750"/>
              </a:buClr>
              <a:buSzPts val="2600"/>
              <a:buFont typeface="Calibri"/>
              <a:buAutoNum type="arabicPeriod"/>
            </a:pPr>
            <a:r>
              <a:rPr lang="en-US" sz="2600" b="1">
                <a:solidFill>
                  <a:srgbClr val="003750"/>
                </a:solidFill>
                <a:latin typeface="Calibri"/>
                <a:ea typeface="Calibri"/>
                <a:cs typeface="Calibri"/>
                <a:sym typeface="Calibri"/>
              </a:rPr>
              <a:t>Total Hold Time: Time keys are held down</a:t>
            </a:r>
            <a:endParaRPr sz="2600" b="1">
              <a:solidFill>
                <a:srgbClr val="003750"/>
              </a:solidFill>
              <a:latin typeface="Calibri"/>
              <a:ea typeface="Calibri"/>
              <a:cs typeface="Calibri"/>
              <a:sym typeface="Calibri"/>
            </a:endParaRPr>
          </a:p>
          <a:p>
            <a:pPr marL="457200" lvl="0" indent="-393700" algn="l" rtl="0">
              <a:lnSpc>
                <a:spcPct val="115000"/>
              </a:lnSpc>
              <a:spcBef>
                <a:spcPts val="0"/>
              </a:spcBef>
              <a:spcAft>
                <a:spcPts val="0"/>
              </a:spcAft>
              <a:buClr>
                <a:srgbClr val="003750"/>
              </a:buClr>
              <a:buSzPts val="2600"/>
              <a:buFont typeface="Calibri"/>
              <a:buAutoNum type="arabicPeriod"/>
            </a:pPr>
            <a:r>
              <a:rPr lang="en-US" sz="2600" b="1">
                <a:solidFill>
                  <a:srgbClr val="003750"/>
                </a:solidFill>
                <a:latin typeface="Calibri"/>
                <a:ea typeface="Calibri"/>
                <a:cs typeface="Calibri"/>
                <a:sym typeface="Calibri"/>
              </a:rPr>
              <a:t>Total UD (Up-Down) Time: Time between key release and the next next key press.</a:t>
            </a:r>
            <a:endParaRPr sz="2600" b="1">
              <a:solidFill>
                <a:srgbClr val="003750"/>
              </a:solidFill>
              <a:latin typeface="Calibri"/>
              <a:ea typeface="Calibri"/>
              <a:cs typeface="Calibri"/>
              <a:sym typeface="Calibri"/>
            </a:endParaRPr>
          </a:p>
          <a:p>
            <a:pPr marL="457200" lvl="0" indent="-393700" algn="l" rtl="0">
              <a:lnSpc>
                <a:spcPct val="115000"/>
              </a:lnSpc>
              <a:spcBef>
                <a:spcPts val="0"/>
              </a:spcBef>
              <a:spcAft>
                <a:spcPts val="0"/>
              </a:spcAft>
              <a:buClr>
                <a:srgbClr val="003750"/>
              </a:buClr>
              <a:buSzPts val="2600"/>
              <a:buFont typeface="Calibri"/>
              <a:buAutoNum type="arabicPeriod"/>
            </a:pPr>
            <a:r>
              <a:rPr lang="en-US" sz="2600" b="1">
                <a:solidFill>
                  <a:srgbClr val="003750"/>
                </a:solidFill>
                <a:latin typeface="Calibri"/>
                <a:ea typeface="Calibri"/>
                <a:cs typeface="Calibri"/>
                <a:sym typeface="Calibri"/>
              </a:rPr>
              <a:t>Total DD (Down-Down) Time: Time between pressing consecutive keys</a:t>
            </a:r>
            <a:endParaRPr sz="2600" b="1">
              <a:solidFill>
                <a:srgbClr val="003750"/>
              </a:solidFill>
              <a:latin typeface="Calibri"/>
              <a:ea typeface="Calibri"/>
              <a:cs typeface="Calibri"/>
              <a:sym typeface="Calibri"/>
            </a:endParaRPr>
          </a:p>
          <a:p>
            <a:pPr marL="0" lvl="0" indent="0" algn="l" rtl="0">
              <a:lnSpc>
                <a:spcPct val="115000"/>
              </a:lnSpc>
              <a:spcBef>
                <a:spcPts val="0"/>
              </a:spcBef>
              <a:spcAft>
                <a:spcPts val="0"/>
              </a:spcAft>
              <a:buSzPts val="1600"/>
              <a:buNone/>
            </a:pPr>
            <a:endParaRPr sz="3000">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89"/>
          <p:cNvSpPr/>
          <p:nvPr/>
        </p:nvSpPr>
        <p:spPr>
          <a:xfrm>
            <a:off x="1385455" y="0"/>
            <a:ext cx="108066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426" name="Google Shape;426;p89"/>
          <p:cNvPicPr preferRelativeResize="0"/>
          <p:nvPr/>
        </p:nvPicPr>
        <p:blipFill rotWithShape="1">
          <a:blip r:embed="rId3">
            <a:alphaModFix/>
          </a:blip>
          <a:srcRect r="-462" b="2714"/>
          <a:stretch/>
        </p:blipFill>
        <p:spPr>
          <a:xfrm rot="10800000">
            <a:off x="7813963" y="2133587"/>
            <a:ext cx="4364182" cy="4717379"/>
          </a:xfrm>
          <a:prstGeom prst="rect">
            <a:avLst/>
          </a:prstGeom>
          <a:noFill/>
          <a:ln>
            <a:noFill/>
          </a:ln>
        </p:spPr>
      </p:pic>
      <p:sp>
        <p:nvSpPr>
          <p:cNvPr id="427" name="Google Shape;427;p89"/>
          <p:cNvSpPr txBox="1">
            <a:spLocks noGrp="1"/>
          </p:cNvSpPr>
          <p:nvPr>
            <p:ph type="body" idx="1"/>
          </p:nvPr>
        </p:nvSpPr>
        <p:spPr>
          <a:xfrm>
            <a:off x="1728023" y="216450"/>
            <a:ext cx="9887700" cy="606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600" b="1">
                <a:solidFill>
                  <a:srgbClr val="003750"/>
                </a:solidFill>
                <a:latin typeface="Calibri"/>
                <a:ea typeface="Calibri"/>
                <a:cs typeface="Calibri"/>
                <a:sym typeface="Calibri"/>
              </a:rPr>
              <a:t>Task 1: Exploratory Data Analysis</a:t>
            </a:r>
            <a:endParaRPr sz="4600" b="1">
              <a:solidFill>
                <a:srgbClr val="003750"/>
              </a:solidFill>
              <a:latin typeface="Calibri"/>
              <a:ea typeface="Calibri"/>
              <a:cs typeface="Calibri"/>
              <a:sym typeface="Calibri"/>
            </a:endParaRPr>
          </a:p>
        </p:txBody>
      </p:sp>
      <p:sp>
        <p:nvSpPr>
          <p:cNvPr id="428" name="Google Shape;428;p89"/>
          <p:cNvSpPr txBox="1">
            <a:spLocks noGrp="1"/>
          </p:cNvSpPr>
          <p:nvPr>
            <p:ph type="body" idx="3"/>
          </p:nvPr>
        </p:nvSpPr>
        <p:spPr>
          <a:xfrm>
            <a:off x="1728030" y="969474"/>
            <a:ext cx="10500600" cy="5736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endParaRPr sz="2600" b="1">
              <a:solidFill>
                <a:srgbClr val="003750"/>
              </a:solidFill>
              <a:latin typeface="Calibri"/>
              <a:ea typeface="Calibri"/>
              <a:cs typeface="Calibri"/>
              <a:sym typeface="Calibri"/>
            </a:endParaRPr>
          </a:p>
          <a:p>
            <a:pPr marL="457200" lvl="0" indent="-393700" algn="l" rtl="0">
              <a:lnSpc>
                <a:spcPct val="115000"/>
              </a:lnSpc>
              <a:spcBef>
                <a:spcPts val="0"/>
              </a:spcBef>
              <a:spcAft>
                <a:spcPts val="0"/>
              </a:spcAft>
              <a:buClr>
                <a:srgbClr val="003750"/>
              </a:buClr>
              <a:buSzPts val="2600"/>
              <a:buFont typeface="Calibri"/>
              <a:buAutoNum type="arabicPeriod"/>
            </a:pPr>
            <a:r>
              <a:rPr lang="en-US" sz="2600" b="1">
                <a:solidFill>
                  <a:srgbClr val="003750"/>
                </a:solidFill>
                <a:latin typeface="Calibri"/>
                <a:ea typeface="Calibri"/>
                <a:cs typeface="Calibri"/>
                <a:sym typeface="Calibri"/>
              </a:rPr>
              <a:t>Total Time:</a:t>
            </a:r>
            <a:endParaRPr sz="2600" b="1">
              <a:solidFill>
                <a:srgbClr val="003750"/>
              </a:solidFill>
              <a:latin typeface="Calibri"/>
              <a:ea typeface="Calibri"/>
              <a:cs typeface="Calibri"/>
              <a:sym typeface="Calibri"/>
            </a:endParaRPr>
          </a:p>
          <a:p>
            <a:pPr marL="914400" lvl="0" indent="0" algn="l" rtl="0">
              <a:lnSpc>
                <a:spcPct val="115000"/>
              </a:lnSpc>
              <a:spcBef>
                <a:spcPts val="0"/>
              </a:spcBef>
              <a:spcAft>
                <a:spcPts val="0"/>
              </a:spcAft>
              <a:buNone/>
            </a:pPr>
            <a:endParaRPr sz="2600" b="1">
              <a:solidFill>
                <a:srgbClr val="003750"/>
              </a:solidFill>
              <a:latin typeface="Calibri"/>
              <a:ea typeface="Calibri"/>
              <a:cs typeface="Calibri"/>
              <a:sym typeface="Calibri"/>
            </a:endParaRPr>
          </a:p>
          <a:p>
            <a:pPr marL="0" lvl="0" indent="0" algn="l" rtl="0">
              <a:lnSpc>
                <a:spcPct val="115000"/>
              </a:lnSpc>
              <a:spcBef>
                <a:spcPts val="0"/>
              </a:spcBef>
              <a:spcAft>
                <a:spcPts val="0"/>
              </a:spcAft>
              <a:buSzPts val="1600"/>
              <a:buNone/>
            </a:pPr>
            <a:endParaRPr sz="3000">
              <a:solidFill>
                <a:schemeClr val="dk1"/>
              </a:solidFill>
              <a:latin typeface="Roboto"/>
              <a:ea typeface="Roboto"/>
              <a:cs typeface="Roboto"/>
              <a:sym typeface="Roboto"/>
            </a:endParaRPr>
          </a:p>
        </p:txBody>
      </p:sp>
      <p:pic>
        <p:nvPicPr>
          <p:cNvPr id="429" name="Google Shape;429;p89"/>
          <p:cNvPicPr preferRelativeResize="0"/>
          <p:nvPr/>
        </p:nvPicPr>
        <p:blipFill>
          <a:blip r:embed="rId4">
            <a:alphaModFix/>
          </a:blip>
          <a:stretch>
            <a:fillRect/>
          </a:stretch>
        </p:blipFill>
        <p:spPr>
          <a:xfrm>
            <a:off x="1728026" y="2133575"/>
            <a:ext cx="3662806" cy="3898125"/>
          </a:xfrm>
          <a:prstGeom prst="rect">
            <a:avLst/>
          </a:prstGeom>
          <a:noFill/>
          <a:ln>
            <a:noFill/>
          </a:ln>
        </p:spPr>
      </p:pic>
      <p:pic>
        <p:nvPicPr>
          <p:cNvPr id="438" name="Google Shape;438;p90"/>
          <p:cNvPicPr preferRelativeResize="0"/>
          <p:nvPr/>
        </p:nvPicPr>
        <p:blipFill>
          <a:blip r:embed="rId5">
            <a:alphaModFix/>
          </a:blip>
          <a:stretch>
            <a:fillRect/>
          </a:stretch>
        </p:blipFill>
        <p:spPr>
          <a:xfrm>
            <a:off x="5427407" y="2126554"/>
            <a:ext cx="6302478" cy="390514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91"/>
          <p:cNvSpPr/>
          <p:nvPr/>
        </p:nvSpPr>
        <p:spPr>
          <a:xfrm>
            <a:off x="1385455" y="0"/>
            <a:ext cx="108066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444" name="Google Shape;444;p91"/>
          <p:cNvPicPr preferRelativeResize="0"/>
          <p:nvPr/>
        </p:nvPicPr>
        <p:blipFill rotWithShape="1">
          <a:blip r:embed="rId3">
            <a:alphaModFix/>
          </a:blip>
          <a:srcRect r="-462" b="2714"/>
          <a:stretch/>
        </p:blipFill>
        <p:spPr>
          <a:xfrm rot="10800000">
            <a:off x="7813963" y="2133587"/>
            <a:ext cx="4364182" cy="4717379"/>
          </a:xfrm>
          <a:prstGeom prst="rect">
            <a:avLst/>
          </a:prstGeom>
          <a:noFill/>
          <a:ln>
            <a:noFill/>
          </a:ln>
        </p:spPr>
      </p:pic>
      <p:sp>
        <p:nvSpPr>
          <p:cNvPr id="445" name="Google Shape;445;p91"/>
          <p:cNvSpPr txBox="1">
            <a:spLocks noGrp="1"/>
          </p:cNvSpPr>
          <p:nvPr>
            <p:ph type="body" idx="1"/>
          </p:nvPr>
        </p:nvSpPr>
        <p:spPr>
          <a:xfrm>
            <a:off x="1728023" y="216450"/>
            <a:ext cx="9887700" cy="606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600" b="1">
                <a:solidFill>
                  <a:srgbClr val="003750"/>
                </a:solidFill>
                <a:latin typeface="Calibri"/>
                <a:ea typeface="Calibri"/>
                <a:cs typeface="Calibri"/>
                <a:sym typeface="Calibri"/>
              </a:rPr>
              <a:t>Task 1: Exploratory Data Analysis</a:t>
            </a:r>
            <a:endParaRPr sz="4600" b="1">
              <a:solidFill>
                <a:srgbClr val="003750"/>
              </a:solidFill>
              <a:latin typeface="Calibri"/>
              <a:ea typeface="Calibri"/>
              <a:cs typeface="Calibri"/>
              <a:sym typeface="Calibri"/>
            </a:endParaRPr>
          </a:p>
        </p:txBody>
      </p:sp>
      <p:sp>
        <p:nvSpPr>
          <p:cNvPr id="446" name="Google Shape;446;p91"/>
          <p:cNvSpPr txBox="1">
            <a:spLocks noGrp="1"/>
          </p:cNvSpPr>
          <p:nvPr>
            <p:ph type="body" idx="3"/>
          </p:nvPr>
        </p:nvSpPr>
        <p:spPr>
          <a:xfrm>
            <a:off x="1728030" y="969474"/>
            <a:ext cx="10500600" cy="5736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endParaRPr sz="2600" b="1">
              <a:solidFill>
                <a:srgbClr val="003750"/>
              </a:solidFill>
              <a:latin typeface="Calibri"/>
              <a:ea typeface="Calibri"/>
              <a:cs typeface="Calibri"/>
              <a:sym typeface="Calibri"/>
            </a:endParaRPr>
          </a:p>
          <a:p>
            <a:pPr marL="0" lvl="0" indent="0" algn="l" rtl="0">
              <a:lnSpc>
                <a:spcPct val="115000"/>
              </a:lnSpc>
              <a:spcBef>
                <a:spcPts val="0"/>
              </a:spcBef>
              <a:spcAft>
                <a:spcPts val="0"/>
              </a:spcAft>
              <a:buNone/>
            </a:pPr>
            <a:r>
              <a:rPr lang="en-US" sz="2600" b="1">
                <a:solidFill>
                  <a:srgbClr val="003750"/>
                </a:solidFill>
                <a:latin typeface="Calibri"/>
                <a:ea typeface="Calibri"/>
                <a:cs typeface="Calibri"/>
                <a:sym typeface="Calibri"/>
              </a:rPr>
              <a:t>2.  Total Hold Time:</a:t>
            </a:r>
            <a:endParaRPr sz="2600" b="1">
              <a:solidFill>
                <a:srgbClr val="003750"/>
              </a:solidFill>
              <a:latin typeface="Calibri"/>
              <a:ea typeface="Calibri"/>
              <a:cs typeface="Calibri"/>
              <a:sym typeface="Calibri"/>
            </a:endParaRPr>
          </a:p>
          <a:p>
            <a:pPr marL="914400" lvl="0" indent="0" algn="l" rtl="0">
              <a:lnSpc>
                <a:spcPct val="115000"/>
              </a:lnSpc>
              <a:spcBef>
                <a:spcPts val="0"/>
              </a:spcBef>
              <a:spcAft>
                <a:spcPts val="0"/>
              </a:spcAft>
              <a:buNone/>
            </a:pPr>
            <a:endParaRPr sz="2600" b="1">
              <a:solidFill>
                <a:srgbClr val="003750"/>
              </a:solidFill>
              <a:latin typeface="Calibri"/>
              <a:ea typeface="Calibri"/>
              <a:cs typeface="Calibri"/>
              <a:sym typeface="Calibri"/>
            </a:endParaRPr>
          </a:p>
          <a:p>
            <a:pPr marL="0" lvl="0" indent="0" algn="l" rtl="0">
              <a:lnSpc>
                <a:spcPct val="115000"/>
              </a:lnSpc>
              <a:spcBef>
                <a:spcPts val="0"/>
              </a:spcBef>
              <a:spcAft>
                <a:spcPts val="0"/>
              </a:spcAft>
              <a:buSzPts val="1600"/>
              <a:buNone/>
            </a:pPr>
            <a:endParaRPr sz="3000">
              <a:solidFill>
                <a:schemeClr val="dk1"/>
              </a:solidFill>
              <a:latin typeface="Roboto"/>
              <a:ea typeface="Roboto"/>
              <a:cs typeface="Roboto"/>
              <a:sym typeface="Roboto"/>
            </a:endParaRPr>
          </a:p>
        </p:txBody>
      </p:sp>
      <p:pic>
        <p:nvPicPr>
          <p:cNvPr id="447" name="Google Shape;447;p91"/>
          <p:cNvPicPr preferRelativeResize="0"/>
          <p:nvPr/>
        </p:nvPicPr>
        <p:blipFill>
          <a:blip r:embed="rId4">
            <a:alphaModFix/>
          </a:blip>
          <a:stretch>
            <a:fillRect/>
          </a:stretch>
        </p:blipFill>
        <p:spPr>
          <a:xfrm>
            <a:off x="1775826" y="2373200"/>
            <a:ext cx="3828562" cy="3354975"/>
          </a:xfrm>
          <a:prstGeom prst="rect">
            <a:avLst/>
          </a:prstGeom>
          <a:noFill/>
          <a:ln>
            <a:noFill/>
          </a:ln>
        </p:spPr>
      </p:pic>
      <p:pic>
        <p:nvPicPr>
          <p:cNvPr id="456" name="Google Shape;456;p92"/>
          <p:cNvPicPr preferRelativeResize="0"/>
          <p:nvPr/>
        </p:nvPicPr>
        <p:blipFill>
          <a:blip r:embed="rId5">
            <a:alphaModFix/>
          </a:blip>
          <a:stretch>
            <a:fillRect/>
          </a:stretch>
        </p:blipFill>
        <p:spPr>
          <a:xfrm>
            <a:off x="5711654" y="1987163"/>
            <a:ext cx="5904069" cy="433497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93"/>
          <p:cNvSpPr/>
          <p:nvPr/>
        </p:nvSpPr>
        <p:spPr>
          <a:xfrm>
            <a:off x="1385455" y="0"/>
            <a:ext cx="108066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462" name="Google Shape;462;p93"/>
          <p:cNvPicPr preferRelativeResize="0"/>
          <p:nvPr/>
        </p:nvPicPr>
        <p:blipFill rotWithShape="1">
          <a:blip r:embed="rId3">
            <a:alphaModFix/>
          </a:blip>
          <a:srcRect r="-462" b="2714"/>
          <a:stretch/>
        </p:blipFill>
        <p:spPr>
          <a:xfrm rot="10800000">
            <a:off x="7813963" y="2133587"/>
            <a:ext cx="4364182" cy="4717379"/>
          </a:xfrm>
          <a:prstGeom prst="rect">
            <a:avLst/>
          </a:prstGeom>
          <a:noFill/>
          <a:ln>
            <a:noFill/>
          </a:ln>
        </p:spPr>
      </p:pic>
      <p:sp>
        <p:nvSpPr>
          <p:cNvPr id="463" name="Google Shape;463;p93"/>
          <p:cNvSpPr txBox="1">
            <a:spLocks noGrp="1"/>
          </p:cNvSpPr>
          <p:nvPr>
            <p:ph type="body" idx="1"/>
          </p:nvPr>
        </p:nvSpPr>
        <p:spPr>
          <a:xfrm>
            <a:off x="1728023" y="216450"/>
            <a:ext cx="9887700" cy="606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600" b="1">
                <a:solidFill>
                  <a:srgbClr val="003750"/>
                </a:solidFill>
                <a:latin typeface="Calibri"/>
                <a:ea typeface="Calibri"/>
                <a:cs typeface="Calibri"/>
                <a:sym typeface="Calibri"/>
              </a:rPr>
              <a:t>Task 1: Exploratory Data Analysis</a:t>
            </a:r>
            <a:endParaRPr sz="4600" b="1">
              <a:solidFill>
                <a:srgbClr val="003750"/>
              </a:solidFill>
              <a:latin typeface="Calibri"/>
              <a:ea typeface="Calibri"/>
              <a:cs typeface="Calibri"/>
              <a:sym typeface="Calibri"/>
            </a:endParaRPr>
          </a:p>
        </p:txBody>
      </p:sp>
      <p:sp>
        <p:nvSpPr>
          <p:cNvPr id="464" name="Google Shape;464;p93"/>
          <p:cNvSpPr txBox="1">
            <a:spLocks noGrp="1"/>
          </p:cNvSpPr>
          <p:nvPr>
            <p:ph type="body" idx="3"/>
          </p:nvPr>
        </p:nvSpPr>
        <p:spPr>
          <a:xfrm>
            <a:off x="1728030" y="969474"/>
            <a:ext cx="10500600" cy="5736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endParaRPr sz="2600" b="1">
              <a:solidFill>
                <a:srgbClr val="003750"/>
              </a:solidFill>
              <a:latin typeface="Calibri"/>
              <a:ea typeface="Calibri"/>
              <a:cs typeface="Calibri"/>
              <a:sym typeface="Calibri"/>
            </a:endParaRPr>
          </a:p>
          <a:p>
            <a:pPr marL="0" lvl="0" indent="0" algn="l" rtl="0">
              <a:lnSpc>
                <a:spcPct val="115000"/>
              </a:lnSpc>
              <a:spcBef>
                <a:spcPts val="0"/>
              </a:spcBef>
              <a:spcAft>
                <a:spcPts val="0"/>
              </a:spcAft>
              <a:buNone/>
            </a:pPr>
            <a:r>
              <a:rPr lang="en-US" sz="2600" b="1">
                <a:solidFill>
                  <a:srgbClr val="003750"/>
                </a:solidFill>
                <a:latin typeface="Calibri"/>
                <a:ea typeface="Calibri"/>
                <a:cs typeface="Calibri"/>
                <a:sym typeface="Calibri"/>
              </a:rPr>
              <a:t>3.  Total UD (Up-Down) Time:</a:t>
            </a:r>
            <a:endParaRPr sz="2600" b="1">
              <a:solidFill>
                <a:srgbClr val="003750"/>
              </a:solidFill>
              <a:latin typeface="Calibri"/>
              <a:ea typeface="Calibri"/>
              <a:cs typeface="Calibri"/>
              <a:sym typeface="Calibri"/>
            </a:endParaRPr>
          </a:p>
          <a:p>
            <a:pPr marL="914400" lvl="0" indent="0" algn="l" rtl="0">
              <a:lnSpc>
                <a:spcPct val="115000"/>
              </a:lnSpc>
              <a:spcBef>
                <a:spcPts val="0"/>
              </a:spcBef>
              <a:spcAft>
                <a:spcPts val="0"/>
              </a:spcAft>
              <a:buNone/>
            </a:pPr>
            <a:endParaRPr sz="2600" b="1">
              <a:solidFill>
                <a:srgbClr val="003750"/>
              </a:solidFill>
              <a:latin typeface="Calibri"/>
              <a:ea typeface="Calibri"/>
              <a:cs typeface="Calibri"/>
              <a:sym typeface="Calibri"/>
            </a:endParaRPr>
          </a:p>
          <a:p>
            <a:pPr marL="0" lvl="0" indent="0" algn="l" rtl="0">
              <a:lnSpc>
                <a:spcPct val="115000"/>
              </a:lnSpc>
              <a:spcBef>
                <a:spcPts val="0"/>
              </a:spcBef>
              <a:spcAft>
                <a:spcPts val="0"/>
              </a:spcAft>
              <a:buSzPts val="1600"/>
              <a:buNone/>
            </a:pPr>
            <a:endParaRPr sz="3000">
              <a:solidFill>
                <a:schemeClr val="dk1"/>
              </a:solidFill>
              <a:latin typeface="Roboto"/>
              <a:ea typeface="Roboto"/>
              <a:cs typeface="Roboto"/>
              <a:sym typeface="Roboto"/>
            </a:endParaRPr>
          </a:p>
        </p:txBody>
      </p:sp>
      <p:pic>
        <p:nvPicPr>
          <p:cNvPr id="465" name="Google Shape;465;p93"/>
          <p:cNvPicPr preferRelativeResize="0"/>
          <p:nvPr/>
        </p:nvPicPr>
        <p:blipFill>
          <a:blip r:embed="rId4">
            <a:alphaModFix/>
          </a:blip>
          <a:stretch>
            <a:fillRect/>
          </a:stretch>
        </p:blipFill>
        <p:spPr>
          <a:xfrm>
            <a:off x="1844900" y="2133574"/>
            <a:ext cx="3995461" cy="3645200"/>
          </a:xfrm>
          <a:prstGeom prst="rect">
            <a:avLst/>
          </a:prstGeom>
          <a:noFill/>
          <a:ln>
            <a:noFill/>
          </a:ln>
        </p:spPr>
      </p:pic>
      <p:pic>
        <p:nvPicPr>
          <p:cNvPr id="474" name="Google Shape;474;p94"/>
          <p:cNvPicPr preferRelativeResize="0"/>
          <p:nvPr/>
        </p:nvPicPr>
        <p:blipFill>
          <a:blip r:embed="rId5">
            <a:alphaModFix/>
          </a:blip>
          <a:stretch>
            <a:fillRect/>
          </a:stretch>
        </p:blipFill>
        <p:spPr>
          <a:xfrm>
            <a:off x="5840361" y="1987163"/>
            <a:ext cx="6085933" cy="414816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60">
          <a:extLst>
            <a:ext uri="{FF2B5EF4-FFF2-40B4-BE49-F238E27FC236}">
              <a16:creationId xmlns:a16="http://schemas.microsoft.com/office/drawing/2014/main" id="{98E0DE7F-8448-6E98-94FB-79158B1B8714}"/>
            </a:ext>
          </a:extLst>
        </p:cNvPr>
        <p:cNvGrpSpPr/>
        <p:nvPr/>
      </p:nvGrpSpPr>
      <p:grpSpPr>
        <a:xfrm>
          <a:off x="0" y="0"/>
          <a:ext cx="0" cy="0"/>
          <a:chOff x="0" y="0"/>
          <a:chExt cx="0" cy="0"/>
        </a:xfrm>
      </p:grpSpPr>
      <p:sp>
        <p:nvSpPr>
          <p:cNvPr id="461" name="Google Shape;461;p93">
            <a:extLst>
              <a:ext uri="{FF2B5EF4-FFF2-40B4-BE49-F238E27FC236}">
                <a16:creationId xmlns:a16="http://schemas.microsoft.com/office/drawing/2014/main" id="{9BF05563-0016-6E05-BBB1-A89C74C18317}"/>
              </a:ext>
            </a:extLst>
          </p:cNvPr>
          <p:cNvSpPr/>
          <p:nvPr/>
        </p:nvSpPr>
        <p:spPr>
          <a:xfrm>
            <a:off x="1422030" y="7113"/>
            <a:ext cx="108066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462" name="Google Shape;462;p93">
            <a:extLst>
              <a:ext uri="{FF2B5EF4-FFF2-40B4-BE49-F238E27FC236}">
                <a16:creationId xmlns:a16="http://schemas.microsoft.com/office/drawing/2014/main" id="{D3AF39A1-8B02-DCEE-8B21-787D8698E78E}"/>
              </a:ext>
            </a:extLst>
          </p:cNvPr>
          <p:cNvPicPr preferRelativeResize="0"/>
          <p:nvPr/>
        </p:nvPicPr>
        <p:blipFill rotWithShape="1">
          <a:blip r:embed="rId3">
            <a:alphaModFix/>
          </a:blip>
          <a:srcRect r="-462" b="2714"/>
          <a:stretch/>
        </p:blipFill>
        <p:spPr>
          <a:xfrm rot="10800000">
            <a:off x="7813963" y="2133587"/>
            <a:ext cx="4364182" cy="4717379"/>
          </a:xfrm>
          <a:prstGeom prst="rect">
            <a:avLst/>
          </a:prstGeom>
          <a:noFill/>
          <a:ln>
            <a:noFill/>
          </a:ln>
        </p:spPr>
      </p:pic>
      <p:sp>
        <p:nvSpPr>
          <p:cNvPr id="463" name="Google Shape;463;p93">
            <a:extLst>
              <a:ext uri="{FF2B5EF4-FFF2-40B4-BE49-F238E27FC236}">
                <a16:creationId xmlns:a16="http://schemas.microsoft.com/office/drawing/2014/main" id="{774985BB-4AA2-BB18-F840-E506C506E8CC}"/>
              </a:ext>
            </a:extLst>
          </p:cNvPr>
          <p:cNvSpPr txBox="1">
            <a:spLocks noGrp="1"/>
          </p:cNvSpPr>
          <p:nvPr>
            <p:ph type="body" idx="1"/>
          </p:nvPr>
        </p:nvSpPr>
        <p:spPr>
          <a:xfrm>
            <a:off x="1728023" y="216450"/>
            <a:ext cx="9887700" cy="606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600" b="1">
                <a:solidFill>
                  <a:srgbClr val="003750"/>
                </a:solidFill>
                <a:latin typeface="Calibri"/>
                <a:ea typeface="Calibri"/>
                <a:cs typeface="Calibri"/>
                <a:sym typeface="Calibri"/>
              </a:rPr>
              <a:t>Task 1: Exploratory Data Analysis</a:t>
            </a:r>
            <a:endParaRPr sz="4600" b="1">
              <a:solidFill>
                <a:srgbClr val="003750"/>
              </a:solidFill>
              <a:latin typeface="Calibri"/>
              <a:ea typeface="Calibri"/>
              <a:cs typeface="Calibri"/>
              <a:sym typeface="Calibri"/>
            </a:endParaRPr>
          </a:p>
        </p:txBody>
      </p:sp>
      <p:sp>
        <p:nvSpPr>
          <p:cNvPr id="464" name="Google Shape;464;p93">
            <a:extLst>
              <a:ext uri="{FF2B5EF4-FFF2-40B4-BE49-F238E27FC236}">
                <a16:creationId xmlns:a16="http://schemas.microsoft.com/office/drawing/2014/main" id="{A1E817FE-22E5-6BB6-E304-E79655AB1C6B}"/>
              </a:ext>
            </a:extLst>
          </p:cNvPr>
          <p:cNvSpPr txBox="1">
            <a:spLocks noGrp="1"/>
          </p:cNvSpPr>
          <p:nvPr>
            <p:ph type="body" idx="3"/>
          </p:nvPr>
        </p:nvSpPr>
        <p:spPr>
          <a:xfrm>
            <a:off x="1728030" y="969474"/>
            <a:ext cx="10500600" cy="5736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endParaRPr sz="2600" b="1" dirty="0">
              <a:solidFill>
                <a:srgbClr val="003750"/>
              </a:solidFill>
              <a:latin typeface="Calibri"/>
              <a:ea typeface="Calibri"/>
              <a:cs typeface="Calibri"/>
              <a:sym typeface="Calibri"/>
            </a:endParaRPr>
          </a:p>
          <a:p>
            <a:pPr marL="0" lvl="0" indent="0" algn="l" rtl="0">
              <a:lnSpc>
                <a:spcPct val="115000"/>
              </a:lnSpc>
              <a:spcBef>
                <a:spcPts val="0"/>
              </a:spcBef>
              <a:spcAft>
                <a:spcPts val="0"/>
              </a:spcAft>
              <a:buNone/>
            </a:pPr>
            <a:r>
              <a:rPr lang="en-US" sz="2600" b="1" dirty="0">
                <a:solidFill>
                  <a:srgbClr val="003750"/>
                </a:solidFill>
                <a:latin typeface="Calibri"/>
                <a:ea typeface="Calibri"/>
                <a:cs typeface="Calibri"/>
                <a:sym typeface="Calibri"/>
              </a:rPr>
              <a:t> 4. Total DD (Down-Down) Time:</a:t>
            </a:r>
            <a:endParaRPr sz="2600" b="1" dirty="0">
              <a:solidFill>
                <a:srgbClr val="003750"/>
              </a:solidFill>
              <a:latin typeface="Calibri"/>
              <a:ea typeface="Calibri"/>
              <a:cs typeface="Calibri"/>
              <a:sym typeface="Calibri"/>
            </a:endParaRPr>
          </a:p>
          <a:p>
            <a:pPr marL="914400" lvl="0" indent="0" algn="l" rtl="0">
              <a:lnSpc>
                <a:spcPct val="115000"/>
              </a:lnSpc>
              <a:spcBef>
                <a:spcPts val="0"/>
              </a:spcBef>
              <a:spcAft>
                <a:spcPts val="0"/>
              </a:spcAft>
              <a:buNone/>
            </a:pPr>
            <a:endParaRPr sz="2600" b="1" dirty="0">
              <a:solidFill>
                <a:srgbClr val="003750"/>
              </a:solidFill>
              <a:latin typeface="Calibri"/>
              <a:ea typeface="Calibri"/>
              <a:cs typeface="Calibri"/>
              <a:sym typeface="Calibri"/>
            </a:endParaRPr>
          </a:p>
          <a:p>
            <a:pPr marL="0" lvl="0" indent="0" algn="l" rtl="0">
              <a:lnSpc>
                <a:spcPct val="115000"/>
              </a:lnSpc>
              <a:spcBef>
                <a:spcPts val="0"/>
              </a:spcBef>
              <a:spcAft>
                <a:spcPts val="0"/>
              </a:spcAft>
              <a:buSzPts val="1600"/>
              <a:buNone/>
            </a:pPr>
            <a:endParaRPr sz="3000" dirty="0">
              <a:solidFill>
                <a:schemeClr val="dk1"/>
              </a:solidFill>
              <a:latin typeface="Roboto"/>
              <a:ea typeface="Roboto"/>
              <a:cs typeface="Roboto"/>
              <a:sym typeface="Roboto"/>
            </a:endParaRPr>
          </a:p>
        </p:txBody>
      </p:sp>
      <p:pic>
        <p:nvPicPr>
          <p:cNvPr id="3" name="Picture 2">
            <a:extLst>
              <a:ext uri="{FF2B5EF4-FFF2-40B4-BE49-F238E27FC236}">
                <a16:creationId xmlns:a16="http://schemas.microsoft.com/office/drawing/2014/main" id="{5F87F057-A4F8-B5A8-E96A-B7916C480770}"/>
              </a:ext>
            </a:extLst>
          </p:cNvPr>
          <p:cNvPicPr>
            <a:picLocks noChangeAspect="1"/>
          </p:cNvPicPr>
          <p:nvPr/>
        </p:nvPicPr>
        <p:blipFill>
          <a:blip r:embed="rId4">
            <a:alphaModFix/>
          </a:blip>
          <a:stretch>
            <a:fillRect/>
          </a:stretch>
        </p:blipFill>
        <p:spPr>
          <a:xfrm>
            <a:off x="1877961" y="2335530"/>
            <a:ext cx="4149213" cy="3552996"/>
          </a:xfrm>
          <a:prstGeom prst="rect">
            <a:avLst/>
          </a:prstGeom>
          <a:noFill/>
          <a:ln>
            <a:noFill/>
          </a:ln>
        </p:spPr>
      </p:pic>
      <p:pic>
        <p:nvPicPr>
          <p:cNvPr id="4" name="Picture 3" descr="A graph of a box plot&#10;&#10;Description automatically generated">
            <a:extLst>
              <a:ext uri="{FF2B5EF4-FFF2-40B4-BE49-F238E27FC236}">
                <a16:creationId xmlns:a16="http://schemas.microsoft.com/office/drawing/2014/main" id="{F02D6B55-9A18-F9B7-D29C-6682BE3E7631}"/>
              </a:ext>
            </a:extLst>
          </p:cNvPr>
          <p:cNvPicPr>
            <a:picLocks noChangeAspect="1"/>
          </p:cNvPicPr>
          <p:nvPr/>
        </p:nvPicPr>
        <p:blipFill>
          <a:blip r:embed="rId5">
            <a:alphaModFix/>
            <a:extLst>
              <a:ext uri="{28A0092B-C50C-407E-A947-70E740481C1C}">
                <a14:useLocalDpi xmlns:a14="http://schemas.microsoft.com/office/drawing/2010/main" val="0"/>
              </a:ext>
            </a:extLst>
          </a:blip>
          <a:srcRect/>
          <a:stretch>
            <a:fillRect/>
          </a:stretch>
        </p:blipFill>
        <p:spPr bwMode="auto">
          <a:xfrm>
            <a:off x="6164828" y="1785412"/>
            <a:ext cx="5519723" cy="4300758"/>
          </a:xfrm>
          <a:prstGeom prst="rect">
            <a:avLst/>
          </a:prstGeom>
          <a:ln>
            <a:noFill/>
          </a:ln>
          <a:effectLst>
            <a:softEdge rad="112500"/>
          </a:effectLst>
        </p:spPr>
      </p:pic>
    </p:spTree>
    <p:extLst>
      <p:ext uri="{BB962C8B-B14F-4D97-AF65-F5344CB8AC3E}">
        <p14:creationId xmlns:p14="http://schemas.microsoft.com/office/powerpoint/2010/main" val="361330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9FC5E8"/>
        </a:solidFill>
        <a:effectLst/>
      </p:bgPr>
    </p:bg>
    <p:spTree>
      <p:nvGrpSpPr>
        <p:cNvPr id="1" name="Shape 478"/>
        <p:cNvGrpSpPr/>
        <p:nvPr/>
      </p:nvGrpSpPr>
      <p:grpSpPr>
        <a:xfrm>
          <a:off x="0" y="0"/>
          <a:ext cx="0" cy="0"/>
          <a:chOff x="0" y="0"/>
          <a:chExt cx="0" cy="0"/>
        </a:xfrm>
      </p:grpSpPr>
      <p:sp>
        <p:nvSpPr>
          <p:cNvPr id="479" name="Google Shape;479;p95"/>
          <p:cNvSpPr txBox="1">
            <a:spLocks noGrp="1"/>
          </p:cNvSpPr>
          <p:nvPr>
            <p:ph type="body" idx="1"/>
          </p:nvPr>
        </p:nvSpPr>
        <p:spPr>
          <a:xfrm>
            <a:off x="607025" y="283450"/>
            <a:ext cx="9996900" cy="606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600" b="1">
                <a:solidFill>
                  <a:schemeClr val="dk1"/>
                </a:solidFill>
              </a:rPr>
              <a:t>Task 2: Model Development</a:t>
            </a:r>
            <a:endParaRPr sz="4600" b="1">
              <a:solidFill>
                <a:schemeClr val="dk1"/>
              </a:solidFill>
            </a:endParaRPr>
          </a:p>
        </p:txBody>
      </p:sp>
      <p:sp>
        <p:nvSpPr>
          <p:cNvPr id="480" name="Google Shape;480;p95"/>
          <p:cNvSpPr txBox="1">
            <a:spLocks noGrp="1"/>
          </p:cNvSpPr>
          <p:nvPr>
            <p:ph type="body" idx="2"/>
          </p:nvPr>
        </p:nvSpPr>
        <p:spPr>
          <a:xfrm>
            <a:off x="458700" y="1317250"/>
            <a:ext cx="11038500" cy="4910700"/>
          </a:xfrm>
          <a:prstGeom prst="rect">
            <a:avLst/>
          </a:prstGeom>
          <a:noFill/>
          <a:ln>
            <a:noFill/>
          </a:ln>
        </p:spPr>
        <p:txBody>
          <a:bodyPr spcFirstLastPara="1" wrap="square" lIns="91425" tIns="45700" rIns="91425" bIns="45700" anchor="t" anchorCtr="0">
            <a:noAutofit/>
          </a:bodyPr>
          <a:lstStyle/>
          <a:p>
            <a:pPr marL="914400" lvl="0" indent="0" algn="l" rtl="0">
              <a:lnSpc>
                <a:spcPct val="115000"/>
              </a:lnSpc>
              <a:spcBef>
                <a:spcPts val="0"/>
              </a:spcBef>
              <a:spcAft>
                <a:spcPts val="0"/>
              </a:spcAft>
              <a:buClr>
                <a:schemeClr val="dk1"/>
              </a:buClr>
              <a:buSzPts val="1100"/>
              <a:buFont typeface="Arial"/>
              <a:buNone/>
            </a:pPr>
            <a:r>
              <a:rPr lang="en-US" sz="3000">
                <a:solidFill>
                  <a:schemeClr val="dk1"/>
                </a:solidFill>
              </a:rPr>
              <a:t>Model 1: Random Intercept Model</a:t>
            </a:r>
            <a:endParaRPr sz="3000">
              <a:solidFill>
                <a:schemeClr val="dk1"/>
              </a:solidFill>
            </a:endParaRPr>
          </a:p>
          <a:p>
            <a:pPr marL="0" lvl="0" indent="0" algn="l" rtl="0">
              <a:lnSpc>
                <a:spcPct val="115000"/>
              </a:lnSpc>
              <a:spcBef>
                <a:spcPts val="0"/>
              </a:spcBef>
              <a:spcAft>
                <a:spcPts val="0"/>
              </a:spcAft>
              <a:buNone/>
            </a:pPr>
            <a:r>
              <a:rPr lang="en-US" sz="3000">
                <a:solidFill>
                  <a:schemeClr val="dk1"/>
                </a:solidFill>
              </a:rPr>
              <a:t>Total Time:</a:t>
            </a: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a:p>
            <a:pPr marL="0" lvl="0" indent="0" algn="l" rtl="0">
              <a:lnSpc>
                <a:spcPct val="115000"/>
              </a:lnSpc>
              <a:spcBef>
                <a:spcPts val="0"/>
              </a:spcBef>
              <a:spcAft>
                <a:spcPts val="0"/>
              </a:spcAft>
              <a:buNone/>
            </a:pPr>
            <a:r>
              <a:rPr lang="en-US" sz="3000">
                <a:solidFill>
                  <a:schemeClr val="dk1"/>
                </a:solidFill>
              </a:rPr>
              <a:t>Total Hold Time</a:t>
            </a: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p:txBody>
      </p:sp>
      <p:sp>
        <p:nvSpPr>
          <p:cNvPr id="481" name="Google Shape;481;p95"/>
          <p:cNvSpPr txBox="1"/>
          <p:nvPr/>
        </p:nvSpPr>
        <p:spPr>
          <a:xfrm>
            <a:off x="-25295" y="2713268"/>
            <a:ext cx="12242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pic>
        <p:nvPicPr>
          <p:cNvPr id="482" name="Google Shape;482;p95"/>
          <p:cNvPicPr preferRelativeResize="0"/>
          <p:nvPr/>
        </p:nvPicPr>
        <p:blipFill>
          <a:blip r:embed="rId3">
            <a:alphaModFix/>
          </a:blip>
          <a:stretch>
            <a:fillRect/>
          </a:stretch>
        </p:blipFill>
        <p:spPr>
          <a:xfrm>
            <a:off x="1396475" y="2319625"/>
            <a:ext cx="8913025" cy="1571300"/>
          </a:xfrm>
          <a:prstGeom prst="rect">
            <a:avLst/>
          </a:prstGeom>
          <a:noFill/>
          <a:ln>
            <a:noFill/>
          </a:ln>
        </p:spPr>
      </p:pic>
      <p:pic>
        <p:nvPicPr>
          <p:cNvPr id="483" name="Google Shape;483;p95"/>
          <p:cNvPicPr preferRelativeResize="0"/>
          <p:nvPr/>
        </p:nvPicPr>
        <p:blipFill>
          <a:blip r:embed="rId4">
            <a:alphaModFix/>
          </a:blip>
          <a:stretch>
            <a:fillRect/>
          </a:stretch>
        </p:blipFill>
        <p:spPr>
          <a:xfrm>
            <a:off x="1396475" y="4652005"/>
            <a:ext cx="8913025" cy="138259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9FC5E8"/>
        </a:solidFill>
        <a:effectLst/>
      </p:bgPr>
    </p:bg>
    <p:spTree>
      <p:nvGrpSpPr>
        <p:cNvPr id="1" name="Shape 487"/>
        <p:cNvGrpSpPr/>
        <p:nvPr/>
      </p:nvGrpSpPr>
      <p:grpSpPr>
        <a:xfrm>
          <a:off x="0" y="0"/>
          <a:ext cx="0" cy="0"/>
          <a:chOff x="0" y="0"/>
          <a:chExt cx="0" cy="0"/>
        </a:xfrm>
      </p:grpSpPr>
      <p:sp>
        <p:nvSpPr>
          <p:cNvPr id="488" name="Google Shape;488;p96"/>
          <p:cNvSpPr txBox="1">
            <a:spLocks noGrp="1"/>
          </p:cNvSpPr>
          <p:nvPr>
            <p:ph type="body" idx="1"/>
          </p:nvPr>
        </p:nvSpPr>
        <p:spPr>
          <a:xfrm>
            <a:off x="607025" y="283450"/>
            <a:ext cx="9996900" cy="606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600" b="1">
                <a:solidFill>
                  <a:schemeClr val="dk1"/>
                </a:solidFill>
              </a:rPr>
              <a:t>Task 2: Model Development</a:t>
            </a:r>
            <a:endParaRPr sz="4600" b="1">
              <a:solidFill>
                <a:schemeClr val="dk1"/>
              </a:solidFill>
            </a:endParaRPr>
          </a:p>
        </p:txBody>
      </p:sp>
      <p:sp>
        <p:nvSpPr>
          <p:cNvPr id="489" name="Google Shape;489;p96"/>
          <p:cNvSpPr txBox="1">
            <a:spLocks noGrp="1"/>
          </p:cNvSpPr>
          <p:nvPr>
            <p:ph type="body" idx="2"/>
          </p:nvPr>
        </p:nvSpPr>
        <p:spPr>
          <a:xfrm>
            <a:off x="458700" y="1317250"/>
            <a:ext cx="11038500" cy="49107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en-US" sz="3000">
                <a:solidFill>
                  <a:schemeClr val="dk1"/>
                </a:solidFill>
              </a:rPr>
              <a:t>Total Up-Down Time:</a:t>
            </a: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a:p>
            <a:pPr marL="0" lvl="0" indent="0" algn="l" rtl="0">
              <a:lnSpc>
                <a:spcPct val="115000"/>
              </a:lnSpc>
              <a:spcBef>
                <a:spcPts val="0"/>
              </a:spcBef>
              <a:spcAft>
                <a:spcPts val="0"/>
              </a:spcAft>
              <a:buNone/>
            </a:pPr>
            <a:r>
              <a:rPr lang="en-US" sz="3000">
                <a:solidFill>
                  <a:schemeClr val="dk1"/>
                </a:solidFill>
              </a:rPr>
              <a:t>Total Down-Down Time</a:t>
            </a: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p:txBody>
      </p:sp>
      <p:sp>
        <p:nvSpPr>
          <p:cNvPr id="490" name="Google Shape;490;p96"/>
          <p:cNvSpPr txBox="1"/>
          <p:nvPr/>
        </p:nvSpPr>
        <p:spPr>
          <a:xfrm>
            <a:off x="-25295" y="2713268"/>
            <a:ext cx="12242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pic>
        <p:nvPicPr>
          <p:cNvPr id="491" name="Google Shape;491;p96"/>
          <p:cNvPicPr preferRelativeResize="0"/>
          <p:nvPr/>
        </p:nvPicPr>
        <p:blipFill>
          <a:blip r:embed="rId3">
            <a:alphaModFix/>
          </a:blip>
          <a:stretch>
            <a:fillRect/>
          </a:stretch>
        </p:blipFill>
        <p:spPr>
          <a:xfrm>
            <a:off x="1202825" y="1917550"/>
            <a:ext cx="8103000" cy="1195925"/>
          </a:xfrm>
          <a:prstGeom prst="rect">
            <a:avLst/>
          </a:prstGeom>
          <a:noFill/>
          <a:ln>
            <a:noFill/>
          </a:ln>
        </p:spPr>
      </p:pic>
      <p:pic>
        <p:nvPicPr>
          <p:cNvPr id="492" name="Google Shape;492;p96"/>
          <p:cNvPicPr preferRelativeResize="0"/>
          <p:nvPr/>
        </p:nvPicPr>
        <p:blipFill>
          <a:blip r:embed="rId4">
            <a:alphaModFix/>
          </a:blip>
          <a:stretch>
            <a:fillRect/>
          </a:stretch>
        </p:blipFill>
        <p:spPr>
          <a:xfrm>
            <a:off x="1202828" y="4098203"/>
            <a:ext cx="8103001" cy="131237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9FC5E8"/>
        </a:solidFill>
        <a:effectLst/>
      </p:bgPr>
    </p:bg>
    <p:spTree>
      <p:nvGrpSpPr>
        <p:cNvPr id="1" name="Shape 496"/>
        <p:cNvGrpSpPr/>
        <p:nvPr/>
      </p:nvGrpSpPr>
      <p:grpSpPr>
        <a:xfrm>
          <a:off x="0" y="0"/>
          <a:ext cx="0" cy="0"/>
          <a:chOff x="0" y="0"/>
          <a:chExt cx="0" cy="0"/>
        </a:xfrm>
      </p:grpSpPr>
      <p:sp>
        <p:nvSpPr>
          <p:cNvPr id="497" name="Google Shape;497;p97"/>
          <p:cNvSpPr txBox="1">
            <a:spLocks noGrp="1"/>
          </p:cNvSpPr>
          <p:nvPr>
            <p:ph type="body" idx="1"/>
          </p:nvPr>
        </p:nvSpPr>
        <p:spPr>
          <a:xfrm>
            <a:off x="607025" y="283450"/>
            <a:ext cx="9996900" cy="606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600" b="1">
                <a:solidFill>
                  <a:schemeClr val="dk1"/>
                </a:solidFill>
              </a:rPr>
              <a:t>Task 2: Model Development</a:t>
            </a:r>
            <a:endParaRPr sz="4600" b="1">
              <a:solidFill>
                <a:schemeClr val="dk1"/>
              </a:solidFill>
            </a:endParaRPr>
          </a:p>
        </p:txBody>
      </p:sp>
      <p:sp>
        <p:nvSpPr>
          <p:cNvPr id="498" name="Google Shape;498;p97"/>
          <p:cNvSpPr txBox="1">
            <a:spLocks noGrp="1"/>
          </p:cNvSpPr>
          <p:nvPr>
            <p:ph type="body" idx="2"/>
          </p:nvPr>
        </p:nvSpPr>
        <p:spPr>
          <a:xfrm>
            <a:off x="458700" y="1317250"/>
            <a:ext cx="11038500" cy="4910700"/>
          </a:xfrm>
          <a:prstGeom prst="rect">
            <a:avLst/>
          </a:prstGeom>
          <a:noFill/>
          <a:ln>
            <a:noFill/>
          </a:ln>
        </p:spPr>
        <p:txBody>
          <a:bodyPr spcFirstLastPara="1" wrap="square" lIns="91425" tIns="45700" rIns="91425" bIns="45700" anchor="t" anchorCtr="0">
            <a:noAutofit/>
          </a:bodyPr>
          <a:lstStyle/>
          <a:p>
            <a:pPr marL="914400" lvl="0" indent="0" algn="l" rtl="0">
              <a:lnSpc>
                <a:spcPct val="115000"/>
              </a:lnSpc>
              <a:spcBef>
                <a:spcPts val="0"/>
              </a:spcBef>
              <a:spcAft>
                <a:spcPts val="0"/>
              </a:spcAft>
              <a:buClr>
                <a:schemeClr val="dk1"/>
              </a:buClr>
              <a:buSzPts val="1100"/>
              <a:buFont typeface="Arial"/>
              <a:buNone/>
            </a:pPr>
            <a:r>
              <a:rPr lang="en-US" sz="3000">
                <a:solidFill>
                  <a:schemeClr val="dk1"/>
                </a:solidFill>
              </a:rPr>
              <a:t>Model 2: Random Slope and Intercept Model</a:t>
            </a:r>
            <a:endParaRPr sz="3000">
              <a:solidFill>
                <a:schemeClr val="dk1"/>
              </a:solidFill>
            </a:endParaRPr>
          </a:p>
          <a:p>
            <a:pPr marL="0" lvl="0" indent="0" algn="l" rtl="0">
              <a:lnSpc>
                <a:spcPct val="115000"/>
              </a:lnSpc>
              <a:spcBef>
                <a:spcPts val="0"/>
              </a:spcBef>
              <a:spcAft>
                <a:spcPts val="0"/>
              </a:spcAft>
              <a:buNone/>
            </a:pPr>
            <a:r>
              <a:rPr lang="en-US" sz="3000">
                <a:solidFill>
                  <a:schemeClr val="dk1"/>
                </a:solidFill>
              </a:rPr>
              <a:t>Total Time:</a:t>
            </a: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a:p>
            <a:pPr marL="0" lvl="0" indent="0" algn="l" rtl="0">
              <a:lnSpc>
                <a:spcPct val="115000"/>
              </a:lnSpc>
              <a:spcBef>
                <a:spcPts val="0"/>
              </a:spcBef>
              <a:spcAft>
                <a:spcPts val="0"/>
              </a:spcAft>
              <a:buNone/>
            </a:pPr>
            <a:r>
              <a:rPr lang="en-US" sz="3000">
                <a:solidFill>
                  <a:schemeClr val="dk1"/>
                </a:solidFill>
              </a:rPr>
              <a:t>Total Hold Time</a:t>
            </a: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p:txBody>
      </p:sp>
      <p:sp>
        <p:nvSpPr>
          <p:cNvPr id="499" name="Google Shape;499;p97"/>
          <p:cNvSpPr txBox="1"/>
          <p:nvPr/>
        </p:nvSpPr>
        <p:spPr>
          <a:xfrm>
            <a:off x="-25295" y="2713268"/>
            <a:ext cx="12242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pic>
        <p:nvPicPr>
          <p:cNvPr id="500" name="Google Shape;500;p97"/>
          <p:cNvPicPr preferRelativeResize="0"/>
          <p:nvPr/>
        </p:nvPicPr>
        <p:blipFill>
          <a:blip r:embed="rId3">
            <a:alphaModFix/>
          </a:blip>
          <a:stretch>
            <a:fillRect/>
          </a:stretch>
        </p:blipFill>
        <p:spPr>
          <a:xfrm>
            <a:off x="979500" y="2713275"/>
            <a:ext cx="9996900" cy="1680151"/>
          </a:xfrm>
          <a:prstGeom prst="rect">
            <a:avLst/>
          </a:prstGeom>
          <a:noFill/>
          <a:ln>
            <a:noFill/>
          </a:ln>
        </p:spPr>
      </p:pic>
      <p:pic>
        <p:nvPicPr>
          <p:cNvPr id="501" name="Google Shape;501;p97"/>
          <p:cNvPicPr preferRelativeResize="0"/>
          <p:nvPr/>
        </p:nvPicPr>
        <p:blipFill>
          <a:blip r:embed="rId4">
            <a:alphaModFix/>
          </a:blip>
          <a:stretch>
            <a:fillRect/>
          </a:stretch>
        </p:blipFill>
        <p:spPr>
          <a:xfrm>
            <a:off x="903700" y="5024925"/>
            <a:ext cx="9996899" cy="161061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9FC5E8"/>
        </a:solidFill>
        <a:effectLst/>
      </p:bgPr>
    </p:bg>
    <p:spTree>
      <p:nvGrpSpPr>
        <p:cNvPr id="1" name="Shape 505"/>
        <p:cNvGrpSpPr/>
        <p:nvPr/>
      </p:nvGrpSpPr>
      <p:grpSpPr>
        <a:xfrm>
          <a:off x="0" y="0"/>
          <a:ext cx="0" cy="0"/>
          <a:chOff x="0" y="0"/>
          <a:chExt cx="0" cy="0"/>
        </a:xfrm>
      </p:grpSpPr>
      <p:sp>
        <p:nvSpPr>
          <p:cNvPr id="506" name="Google Shape;506;p98"/>
          <p:cNvSpPr txBox="1">
            <a:spLocks noGrp="1"/>
          </p:cNvSpPr>
          <p:nvPr>
            <p:ph type="body" idx="1"/>
          </p:nvPr>
        </p:nvSpPr>
        <p:spPr>
          <a:xfrm>
            <a:off x="607025" y="283450"/>
            <a:ext cx="9996900" cy="606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600" b="1">
                <a:solidFill>
                  <a:schemeClr val="dk1"/>
                </a:solidFill>
              </a:rPr>
              <a:t>Task 2: Model Development</a:t>
            </a:r>
            <a:endParaRPr sz="4600" b="1">
              <a:solidFill>
                <a:schemeClr val="dk1"/>
              </a:solidFill>
            </a:endParaRPr>
          </a:p>
        </p:txBody>
      </p:sp>
      <p:sp>
        <p:nvSpPr>
          <p:cNvPr id="507" name="Google Shape;507;p98"/>
          <p:cNvSpPr txBox="1">
            <a:spLocks noGrp="1"/>
          </p:cNvSpPr>
          <p:nvPr>
            <p:ph type="body" idx="2"/>
          </p:nvPr>
        </p:nvSpPr>
        <p:spPr>
          <a:xfrm>
            <a:off x="458700" y="1317250"/>
            <a:ext cx="11038500" cy="49107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en-US" sz="3000">
                <a:solidFill>
                  <a:schemeClr val="dk1"/>
                </a:solidFill>
              </a:rPr>
              <a:t>Total Up-Down Time:</a:t>
            </a: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a:p>
            <a:pPr marL="0" lvl="0" indent="0" algn="l" rtl="0">
              <a:lnSpc>
                <a:spcPct val="115000"/>
              </a:lnSpc>
              <a:spcBef>
                <a:spcPts val="0"/>
              </a:spcBef>
              <a:spcAft>
                <a:spcPts val="0"/>
              </a:spcAft>
              <a:buNone/>
            </a:pPr>
            <a:r>
              <a:rPr lang="en-US" sz="3000">
                <a:solidFill>
                  <a:schemeClr val="dk1"/>
                </a:solidFill>
              </a:rPr>
              <a:t>Total Down-Down Time</a:t>
            </a: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p:txBody>
      </p:sp>
      <p:sp>
        <p:nvSpPr>
          <p:cNvPr id="508" name="Google Shape;508;p98"/>
          <p:cNvSpPr txBox="1"/>
          <p:nvPr/>
        </p:nvSpPr>
        <p:spPr>
          <a:xfrm>
            <a:off x="-25295" y="2713268"/>
            <a:ext cx="12242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pic>
        <p:nvPicPr>
          <p:cNvPr id="509" name="Google Shape;509;p98"/>
          <p:cNvPicPr preferRelativeResize="0"/>
          <p:nvPr/>
        </p:nvPicPr>
        <p:blipFill>
          <a:blip r:embed="rId3">
            <a:alphaModFix/>
          </a:blip>
          <a:stretch>
            <a:fillRect/>
          </a:stretch>
        </p:blipFill>
        <p:spPr>
          <a:xfrm>
            <a:off x="1279954" y="1921625"/>
            <a:ext cx="9234876" cy="1464225"/>
          </a:xfrm>
          <a:prstGeom prst="rect">
            <a:avLst/>
          </a:prstGeom>
          <a:noFill/>
          <a:ln>
            <a:noFill/>
          </a:ln>
        </p:spPr>
      </p:pic>
      <p:pic>
        <p:nvPicPr>
          <p:cNvPr id="510" name="Google Shape;510;p98"/>
          <p:cNvPicPr preferRelativeResize="0"/>
          <p:nvPr/>
        </p:nvPicPr>
        <p:blipFill>
          <a:blip r:embed="rId4">
            <a:alphaModFix/>
          </a:blip>
          <a:stretch>
            <a:fillRect/>
          </a:stretch>
        </p:blipFill>
        <p:spPr>
          <a:xfrm>
            <a:off x="1279950" y="4681829"/>
            <a:ext cx="9234875" cy="138269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9FC5E8"/>
        </a:solidFill>
        <a:effectLst/>
      </p:bgPr>
    </p:bg>
    <p:spTree>
      <p:nvGrpSpPr>
        <p:cNvPr id="1" name="Shape 514"/>
        <p:cNvGrpSpPr/>
        <p:nvPr/>
      </p:nvGrpSpPr>
      <p:grpSpPr>
        <a:xfrm>
          <a:off x="0" y="0"/>
          <a:ext cx="0" cy="0"/>
          <a:chOff x="0" y="0"/>
          <a:chExt cx="0" cy="0"/>
        </a:xfrm>
      </p:grpSpPr>
      <p:sp>
        <p:nvSpPr>
          <p:cNvPr id="515" name="Google Shape;515;p99"/>
          <p:cNvSpPr txBox="1">
            <a:spLocks noGrp="1"/>
          </p:cNvSpPr>
          <p:nvPr>
            <p:ph type="body" idx="1"/>
          </p:nvPr>
        </p:nvSpPr>
        <p:spPr>
          <a:xfrm>
            <a:off x="607025" y="283450"/>
            <a:ext cx="9996900" cy="606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600" b="1">
                <a:solidFill>
                  <a:schemeClr val="dk1"/>
                </a:solidFill>
              </a:rPr>
              <a:t>Task 2: Model Development</a:t>
            </a:r>
            <a:endParaRPr sz="4600" b="1">
              <a:solidFill>
                <a:schemeClr val="dk1"/>
              </a:solidFill>
            </a:endParaRPr>
          </a:p>
        </p:txBody>
      </p:sp>
      <p:sp>
        <p:nvSpPr>
          <p:cNvPr id="516" name="Google Shape;516;p99"/>
          <p:cNvSpPr txBox="1">
            <a:spLocks noGrp="1"/>
          </p:cNvSpPr>
          <p:nvPr>
            <p:ph type="body" idx="2"/>
          </p:nvPr>
        </p:nvSpPr>
        <p:spPr>
          <a:xfrm>
            <a:off x="458700" y="1317250"/>
            <a:ext cx="11038500" cy="4910700"/>
          </a:xfrm>
          <a:prstGeom prst="rect">
            <a:avLst/>
          </a:prstGeom>
          <a:noFill/>
          <a:ln>
            <a:noFill/>
          </a:ln>
        </p:spPr>
        <p:txBody>
          <a:bodyPr spcFirstLastPara="1" wrap="square" lIns="91425" tIns="45700" rIns="91425" bIns="45700" anchor="t" anchorCtr="0">
            <a:noAutofit/>
          </a:bodyPr>
          <a:lstStyle/>
          <a:p>
            <a:pPr marL="914400" lvl="0" indent="0" algn="l" rtl="0">
              <a:lnSpc>
                <a:spcPct val="115000"/>
              </a:lnSpc>
              <a:spcBef>
                <a:spcPts val="0"/>
              </a:spcBef>
              <a:spcAft>
                <a:spcPts val="0"/>
              </a:spcAft>
              <a:buNone/>
            </a:pPr>
            <a:r>
              <a:rPr lang="en-US" sz="3000" b="1">
                <a:solidFill>
                  <a:schemeClr val="dk1"/>
                </a:solidFill>
                <a:latin typeface="Roboto"/>
                <a:ea typeface="Roboto"/>
                <a:cs typeface="Roboto"/>
                <a:sym typeface="Roboto"/>
              </a:rPr>
              <a:t>ANOVA TEST:</a:t>
            </a:r>
            <a:endParaRPr sz="3000" b="1">
              <a:solidFill>
                <a:schemeClr val="dk1"/>
              </a:solidFill>
              <a:latin typeface="Roboto"/>
              <a:ea typeface="Roboto"/>
              <a:cs typeface="Roboto"/>
              <a:sym typeface="Roboto"/>
            </a:endParaRPr>
          </a:p>
          <a:p>
            <a:pPr marL="457200" lvl="0" indent="-419100" algn="l" rtl="0">
              <a:lnSpc>
                <a:spcPct val="115000"/>
              </a:lnSpc>
              <a:spcBef>
                <a:spcPts val="0"/>
              </a:spcBef>
              <a:spcAft>
                <a:spcPts val="0"/>
              </a:spcAft>
              <a:buClr>
                <a:schemeClr val="dk1"/>
              </a:buClr>
              <a:buSzPts val="3000"/>
              <a:buFont typeface="Roboto"/>
              <a:buChar char="●"/>
            </a:pPr>
            <a:r>
              <a:rPr lang="en-US" sz="3000">
                <a:solidFill>
                  <a:schemeClr val="dk1"/>
                </a:solidFill>
                <a:latin typeface="Roboto"/>
                <a:ea typeface="Roboto"/>
                <a:cs typeface="Roboto"/>
                <a:sym typeface="Roboto"/>
              </a:rPr>
              <a:t>The ANOVA test results reveal that the random slope and intercept model provides a better fit to the data compared to the random intercept model. </a:t>
            </a:r>
            <a:endParaRPr sz="3000">
              <a:solidFill>
                <a:schemeClr val="dk1"/>
              </a:solidFill>
              <a:latin typeface="Roboto"/>
              <a:ea typeface="Roboto"/>
              <a:cs typeface="Roboto"/>
              <a:sym typeface="Roboto"/>
            </a:endParaRPr>
          </a:p>
          <a:p>
            <a:pPr marL="457200" lvl="0" indent="-419100" algn="l" rtl="0">
              <a:lnSpc>
                <a:spcPct val="115000"/>
              </a:lnSpc>
              <a:spcBef>
                <a:spcPts val="0"/>
              </a:spcBef>
              <a:spcAft>
                <a:spcPts val="0"/>
              </a:spcAft>
              <a:buClr>
                <a:schemeClr val="dk1"/>
              </a:buClr>
              <a:buSzPts val="3000"/>
              <a:buFont typeface="Roboto"/>
              <a:buChar char="●"/>
            </a:pPr>
            <a:r>
              <a:rPr lang="en-US" sz="3000">
                <a:solidFill>
                  <a:schemeClr val="dk1"/>
                </a:solidFill>
                <a:latin typeface="Roboto"/>
                <a:ea typeface="Roboto"/>
                <a:cs typeface="Roboto"/>
                <a:sym typeface="Roboto"/>
              </a:rPr>
              <a:t>This conclusion is supported by p-values less than 0.05, signifying statistical significance, and lower AIC and BIC values for the former model. </a:t>
            </a:r>
            <a:endParaRPr sz="3000">
              <a:solidFill>
                <a:schemeClr val="dk1"/>
              </a:solidFill>
              <a:latin typeface="Roboto"/>
              <a:ea typeface="Roboto"/>
              <a:cs typeface="Roboto"/>
              <a:sym typeface="Roboto"/>
            </a:endParaRPr>
          </a:p>
          <a:p>
            <a:pPr marL="1828800" lvl="0" indent="457200" algn="l" rtl="0">
              <a:lnSpc>
                <a:spcPct val="115000"/>
              </a:lnSpc>
              <a:spcBef>
                <a:spcPts val="1200"/>
              </a:spcBef>
              <a:spcAft>
                <a:spcPts val="0"/>
              </a:spcAft>
              <a:buClr>
                <a:schemeClr val="dk1"/>
              </a:buClr>
              <a:buSzPts val="1100"/>
              <a:buFont typeface="Arial"/>
              <a:buNone/>
            </a:pPr>
            <a:endParaRPr sz="3000" baseline="-25000">
              <a:solidFill>
                <a:schemeClr val="dk1"/>
              </a:solidFill>
              <a:latin typeface="Roboto Black"/>
              <a:ea typeface="Roboto Black"/>
              <a:cs typeface="Roboto Black"/>
              <a:sym typeface="Roboto Black"/>
            </a:endParaRPr>
          </a:p>
          <a:p>
            <a:pPr marL="914400" lvl="0" indent="0" algn="l" rtl="0">
              <a:lnSpc>
                <a:spcPct val="115000"/>
              </a:lnSpc>
              <a:spcBef>
                <a:spcPts val="1200"/>
              </a:spcBef>
              <a:spcAft>
                <a:spcPts val="0"/>
              </a:spcAft>
              <a:buNone/>
            </a:pPr>
            <a:endParaRPr sz="3000">
              <a:solidFill>
                <a:schemeClr val="dk1"/>
              </a:solidFill>
              <a:latin typeface="Roboto"/>
              <a:ea typeface="Roboto"/>
              <a:cs typeface="Roboto"/>
              <a:sym typeface="Roboto"/>
            </a:endParaRPr>
          </a:p>
          <a:p>
            <a:pPr marL="2743200" lvl="0" indent="457200" algn="l" rtl="0">
              <a:lnSpc>
                <a:spcPct val="115000"/>
              </a:lnSpc>
              <a:spcBef>
                <a:spcPts val="1200"/>
              </a:spcBef>
              <a:spcAft>
                <a:spcPts val="0"/>
              </a:spcAft>
              <a:buNone/>
            </a:pPr>
            <a:endParaRPr sz="3000" baseline="-25000">
              <a:solidFill>
                <a:schemeClr val="dk1"/>
              </a:solidFill>
              <a:latin typeface="Roboto Black"/>
              <a:ea typeface="Roboto Black"/>
              <a:cs typeface="Roboto Black"/>
              <a:sym typeface="Roboto Black"/>
            </a:endParaRPr>
          </a:p>
          <a:p>
            <a:pPr marL="914400" lvl="0" indent="0" algn="l" rtl="0">
              <a:lnSpc>
                <a:spcPct val="115000"/>
              </a:lnSpc>
              <a:spcBef>
                <a:spcPts val="1200"/>
              </a:spcBef>
              <a:spcAft>
                <a:spcPts val="0"/>
              </a:spcAft>
              <a:buNone/>
            </a:pPr>
            <a:endParaRPr sz="30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3000">
              <a:solidFill>
                <a:schemeClr val="dk1"/>
              </a:solidFill>
            </a:endParaRPr>
          </a:p>
        </p:txBody>
      </p:sp>
      <p:sp>
        <p:nvSpPr>
          <p:cNvPr id="517" name="Google Shape;517;p99"/>
          <p:cNvSpPr txBox="1"/>
          <p:nvPr/>
        </p:nvSpPr>
        <p:spPr>
          <a:xfrm>
            <a:off x="-25295" y="2713268"/>
            <a:ext cx="12242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9FC5E8"/>
        </a:solidFill>
        <a:effectLst/>
      </p:bgPr>
    </p:bg>
    <p:spTree>
      <p:nvGrpSpPr>
        <p:cNvPr id="1" name="Shape 521"/>
        <p:cNvGrpSpPr/>
        <p:nvPr/>
      </p:nvGrpSpPr>
      <p:grpSpPr>
        <a:xfrm>
          <a:off x="0" y="0"/>
          <a:ext cx="0" cy="0"/>
          <a:chOff x="0" y="0"/>
          <a:chExt cx="0" cy="0"/>
        </a:xfrm>
      </p:grpSpPr>
      <p:sp>
        <p:nvSpPr>
          <p:cNvPr id="522" name="Google Shape;522;p100"/>
          <p:cNvSpPr txBox="1">
            <a:spLocks noGrp="1"/>
          </p:cNvSpPr>
          <p:nvPr>
            <p:ph type="body" idx="1"/>
          </p:nvPr>
        </p:nvSpPr>
        <p:spPr>
          <a:xfrm>
            <a:off x="607025" y="283450"/>
            <a:ext cx="9996900" cy="606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600" b="1">
                <a:solidFill>
                  <a:schemeClr val="dk1"/>
                </a:solidFill>
              </a:rPr>
              <a:t>Task 2: Model Development</a:t>
            </a:r>
            <a:endParaRPr sz="4600" b="1">
              <a:solidFill>
                <a:schemeClr val="dk1"/>
              </a:solidFill>
            </a:endParaRPr>
          </a:p>
        </p:txBody>
      </p:sp>
      <p:sp>
        <p:nvSpPr>
          <p:cNvPr id="523" name="Google Shape;523;p100"/>
          <p:cNvSpPr txBox="1">
            <a:spLocks noGrp="1"/>
          </p:cNvSpPr>
          <p:nvPr>
            <p:ph type="body" idx="2"/>
          </p:nvPr>
        </p:nvSpPr>
        <p:spPr>
          <a:xfrm>
            <a:off x="458700" y="1317250"/>
            <a:ext cx="11038500" cy="49107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en-US" sz="3000">
                <a:solidFill>
                  <a:schemeClr val="dk1"/>
                </a:solidFill>
              </a:rPr>
              <a:t>Total Time:</a:t>
            </a: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a:p>
            <a:pPr marL="0" lvl="0" indent="0" algn="l" rtl="0">
              <a:lnSpc>
                <a:spcPct val="115000"/>
              </a:lnSpc>
              <a:spcBef>
                <a:spcPts val="0"/>
              </a:spcBef>
              <a:spcAft>
                <a:spcPts val="0"/>
              </a:spcAft>
              <a:buNone/>
            </a:pPr>
            <a:r>
              <a:rPr lang="en-US" sz="3000">
                <a:solidFill>
                  <a:schemeClr val="dk1"/>
                </a:solidFill>
              </a:rPr>
              <a:t>Total Hold Time</a:t>
            </a: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p:txBody>
      </p:sp>
      <p:sp>
        <p:nvSpPr>
          <p:cNvPr id="524" name="Google Shape;524;p100"/>
          <p:cNvSpPr txBox="1"/>
          <p:nvPr/>
        </p:nvSpPr>
        <p:spPr>
          <a:xfrm>
            <a:off x="-25295" y="2713268"/>
            <a:ext cx="12242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pic>
        <p:nvPicPr>
          <p:cNvPr id="525" name="Google Shape;525;p100"/>
          <p:cNvPicPr preferRelativeResize="0"/>
          <p:nvPr/>
        </p:nvPicPr>
        <p:blipFill>
          <a:blip r:embed="rId3">
            <a:alphaModFix/>
          </a:blip>
          <a:stretch>
            <a:fillRect/>
          </a:stretch>
        </p:blipFill>
        <p:spPr>
          <a:xfrm>
            <a:off x="1156975" y="1769375"/>
            <a:ext cx="9446950" cy="2053200"/>
          </a:xfrm>
          <a:prstGeom prst="rect">
            <a:avLst/>
          </a:prstGeom>
          <a:noFill/>
          <a:ln>
            <a:noFill/>
          </a:ln>
        </p:spPr>
      </p:pic>
      <p:pic>
        <p:nvPicPr>
          <p:cNvPr id="526" name="Google Shape;526;p100"/>
          <p:cNvPicPr preferRelativeResize="0"/>
          <p:nvPr/>
        </p:nvPicPr>
        <p:blipFill>
          <a:blip r:embed="rId4">
            <a:alphaModFix/>
          </a:blip>
          <a:stretch>
            <a:fillRect/>
          </a:stretch>
        </p:blipFill>
        <p:spPr>
          <a:xfrm>
            <a:off x="1156975" y="4589275"/>
            <a:ext cx="9446950" cy="2053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9FC5E8"/>
        </a:solidFill>
        <a:effectLst/>
      </p:bgPr>
    </p:bg>
    <p:spTree>
      <p:nvGrpSpPr>
        <p:cNvPr id="1" name="Shape 530"/>
        <p:cNvGrpSpPr/>
        <p:nvPr/>
      </p:nvGrpSpPr>
      <p:grpSpPr>
        <a:xfrm>
          <a:off x="0" y="0"/>
          <a:ext cx="0" cy="0"/>
          <a:chOff x="0" y="0"/>
          <a:chExt cx="0" cy="0"/>
        </a:xfrm>
      </p:grpSpPr>
      <p:sp>
        <p:nvSpPr>
          <p:cNvPr id="531" name="Google Shape;531;p101"/>
          <p:cNvSpPr txBox="1">
            <a:spLocks noGrp="1"/>
          </p:cNvSpPr>
          <p:nvPr>
            <p:ph type="body" idx="1"/>
          </p:nvPr>
        </p:nvSpPr>
        <p:spPr>
          <a:xfrm>
            <a:off x="607025" y="283450"/>
            <a:ext cx="9996900" cy="606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600" b="1">
                <a:solidFill>
                  <a:schemeClr val="dk1"/>
                </a:solidFill>
              </a:rPr>
              <a:t>Task 2: Model Development</a:t>
            </a:r>
            <a:endParaRPr sz="4600" b="1">
              <a:solidFill>
                <a:schemeClr val="dk1"/>
              </a:solidFill>
            </a:endParaRPr>
          </a:p>
        </p:txBody>
      </p:sp>
      <p:sp>
        <p:nvSpPr>
          <p:cNvPr id="532" name="Google Shape;532;p101"/>
          <p:cNvSpPr txBox="1">
            <a:spLocks noGrp="1"/>
          </p:cNvSpPr>
          <p:nvPr>
            <p:ph type="body" idx="2"/>
          </p:nvPr>
        </p:nvSpPr>
        <p:spPr>
          <a:xfrm>
            <a:off x="458700" y="1317250"/>
            <a:ext cx="11038500" cy="49107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en-US" sz="3000">
                <a:solidFill>
                  <a:schemeClr val="dk1"/>
                </a:solidFill>
              </a:rPr>
              <a:t>Total Up-Down Time:</a:t>
            </a: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a:p>
            <a:pPr marL="0" lvl="0" indent="0" algn="l" rtl="0">
              <a:lnSpc>
                <a:spcPct val="115000"/>
              </a:lnSpc>
              <a:spcBef>
                <a:spcPts val="0"/>
              </a:spcBef>
              <a:spcAft>
                <a:spcPts val="0"/>
              </a:spcAft>
              <a:buNone/>
            </a:pPr>
            <a:r>
              <a:rPr lang="en-US" sz="3000">
                <a:solidFill>
                  <a:schemeClr val="dk1"/>
                </a:solidFill>
              </a:rPr>
              <a:t>Total Down-Down Time</a:t>
            </a:r>
            <a:endParaRPr sz="3000">
              <a:solidFill>
                <a:schemeClr val="dk1"/>
              </a:solidFill>
            </a:endParaRPr>
          </a:p>
          <a:p>
            <a:pPr marL="0" lvl="0" indent="0" algn="l" rtl="0">
              <a:lnSpc>
                <a:spcPct val="115000"/>
              </a:lnSpc>
              <a:spcBef>
                <a:spcPts val="0"/>
              </a:spcBef>
              <a:spcAft>
                <a:spcPts val="0"/>
              </a:spcAft>
              <a:buNone/>
            </a:pPr>
            <a:endParaRPr sz="3000">
              <a:solidFill>
                <a:schemeClr val="dk1"/>
              </a:solidFill>
            </a:endParaRPr>
          </a:p>
        </p:txBody>
      </p:sp>
      <p:sp>
        <p:nvSpPr>
          <p:cNvPr id="533" name="Google Shape;533;p101"/>
          <p:cNvSpPr txBox="1"/>
          <p:nvPr/>
        </p:nvSpPr>
        <p:spPr>
          <a:xfrm>
            <a:off x="-25295" y="2713268"/>
            <a:ext cx="12242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pic>
        <p:nvPicPr>
          <p:cNvPr id="534" name="Google Shape;534;p101"/>
          <p:cNvPicPr preferRelativeResize="0"/>
          <p:nvPr/>
        </p:nvPicPr>
        <p:blipFill>
          <a:blip r:embed="rId3">
            <a:alphaModFix/>
          </a:blip>
          <a:stretch>
            <a:fillRect/>
          </a:stretch>
        </p:blipFill>
        <p:spPr>
          <a:xfrm>
            <a:off x="939850" y="1870250"/>
            <a:ext cx="9469075" cy="2148700"/>
          </a:xfrm>
          <a:prstGeom prst="rect">
            <a:avLst/>
          </a:prstGeom>
          <a:noFill/>
          <a:ln>
            <a:noFill/>
          </a:ln>
        </p:spPr>
      </p:pic>
      <p:pic>
        <p:nvPicPr>
          <p:cNvPr id="535" name="Google Shape;535;p101"/>
          <p:cNvPicPr preferRelativeResize="0"/>
          <p:nvPr/>
        </p:nvPicPr>
        <p:blipFill>
          <a:blip r:embed="rId4">
            <a:alphaModFix/>
          </a:blip>
          <a:stretch>
            <a:fillRect/>
          </a:stretch>
        </p:blipFill>
        <p:spPr>
          <a:xfrm>
            <a:off x="939850" y="4486200"/>
            <a:ext cx="9469075" cy="2229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102"/>
          <p:cNvSpPr/>
          <p:nvPr/>
        </p:nvSpPr>
        <p:spPr>
          <a:xfrm>
            <a:off x="1227000" y="-8000"/>
            <a:ext cx="11043300" cy="6858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1" name="Google Shape;541;p102"/>
          <p:cNvSpPr txBox="1">
            <a:spLocks noGrp="1"/>
          </p:cNvSpPr>
          <p:nvPr>
            <p:ph type="body" idx="1"/>
          </p:nvPr>
        </p:nvSpPr>
        <p:spPr>
          <a:xfrm>
            <a:off x="1319700" y="234425"/>
            <a:ext cx="10857900" cy="7929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400" b="1">
                <a:solidFill>
                  <a:schemeClr val="dk2"/>
                </a:solidFill>
              </a:rPr>
              <a:t>Task 3: Post Hoc Analysis</a:t>
            </a:r>
            <a:endParaRPr sz="4400" b="1">
              <a:solidFill>
                <a:schemeClr val="dk2"/>
              </a:solidFill>
            </a:endParaRPr>
          </a:p>
        </p:txBody>
      </p:sp>
      <p:sp>
        <p:nvSpPr>
          <p:cNvPr id="542" name="Google Shape;542;p102"/>
          <p:cNvSpPr txBox="1">
            <a:spLocks noGrp="1"/>
          </p:cNvSpPr>
          <p:nvPr>
            <p:ph type="body" idx="2"/>
          </p:nvPr>
        </p:nvSpPr>
        <p:spPr>
          <a:xfrm>
            <a:off x="1319700" y="1222925"/>
            <a:ext cx="9792300" cy="5381100"/>
          </a:xfrm>
          <a:prstGeom prst="rect">
            <a:avLst/>
          </a:prstGeom>
          <a:noFill/>
          <a:ln>
            <a:noFill/>
          </a:ln>
        </p:spPr>
        <p:txBody>
          <a:bodyPr spcFirstLastPara="1" wrap="square" lIns="91425" tIns="45700" rIns="91425" bIns="45700" anchor="t" anchorCtr="0">
            <a:noAutofit/>
          </a:bodyPr>
          <a:lstStyle/>
          <a:p>
            <a:pPr marL="457200" lvl="0" indent="-419100" algn="l" rtl="0">
              <a:lnSpc>
                <a:spcPct val="115000"/>
              </a:lnSpc>
              <a:spcBef>
                <a:spcPts val="0"/>
              </a:spcBef>
              <a:spcAft>
                <a:spcPts val="0"/>
              </a:spcAft>
              <a:buClr>
                <a:schemeClr val="dk1"/>
              </a:buClr>
              <a:buSzPts val="3000"/>
              <a:buFont typeface="Roboto"/>
              <a:buChar char="●"/>
            </a:pPr>
            <a:r>
              <a:rPr lang="en-US" sz="3000">
                <a:solidFill>
                  <a:schemeClr val="dk1"/>
                </a:solidFill>
                <a:latin typeface="Roboto"/>
                <a:ea typeface="Roboto"/>
                <a:cs typeface="Roboto"/>
                <a:sym typeface="Roboto"/>
              </a:rPr>
              <a:t>Involved testing the assumptions of the Random Slope and Intercept model, specifically focusing on the normality of residuals and random effects. </a:t>
            </a:r>
            <a:endParaRPr sz="3000">
              <a:solidFill>
                <a:schemeClr val="dk1"/>
              </a:solidFill>
              <a:latin typeface="Roboto"/>
              <a:ea typeface="Roboto"/>
              <a:cs typeface="Roboto"/>
              <a:sym typeface="Roboto"/>
            </a:endParaRPr>
          </a:p>
          <a:p>
            <a:pPr marL="457200" lvl="0" indent="0" algn="l" rtl="0">
              <a:lnSpc>
                <a:spcPct val="115000"/>
              </a:lnSpc>
              <a:spcBef>
                <a:spcPts val="0"/>
              </a:spcBef>
              <a:spcAft>
                <a:spcPts val="0"/>
              </a:spcAft>
              <a:buNone/>
            </a:pPr>
            <a:endParaRPr sz="3000">
              <a:solidFill>
                <a:schemeClr val="dk1"/>
              </a:solidFill>
              <a:latin typeface="Roboto"/>
              <a:ea typeface="Roboto"/>
              <a:cs typeface="Roboto"/>
              <a:sym typeface="Roboto"/>
            </a:endParaRPr>
          </a:p>
          <a:p>
            <a:pPr marL="457200" lvl="0" indent="-419100" algn="l" rtl="0">
              <a:lnSpc>
                <a:spcPct val="115000"/>
              </a:lnSpc>
              <a:spcBef>
                <a:spcPts val="0"/>
              </a:spcBef>
              <a:spcAft>
                <a:spcPts val="0"/>
              </a:spcAft>
              <a:buClr>
                <a:schemeClr val="dk1"/>
              </a:buClr>
              <a:buSzPts val="3000"/>
              <a:buFont typeface="Roboto"/>
              <a:buChar char="●"/>
            </a:pPr>
            <a:r>
              <a:rPr lang="en-US" sz="3000">
                <a:solidFill>
                  <a:schemeClr val="dk1"/>
                </a:solidFill>
                <a:latin typeface="Roboto"/>
                <a:ea typeface="Roboto"/>
                <a:cs typeface="Roboto"/>
                <a:sym typeface="Roboto"/>
              </a:rPr>
              <a:t>This evaluation was carried out using qq plots and the Shapiro-Wilk test for all four response variables </a:t>
            </a:r>
            <a:endParaRPr sz="3000">
              <a:solidFill>
                <a:schemeClr val="dk1"/>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103"/>
          <p:cNvSpPr/>
          <p:nvPr/>
        </p:nvSpPr>
        <p:spPr>
          <a:xfrm>
            <a:off x="1227000" y="-8000"/>
            <a:ext cx="11043300" cy="6858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8" name="Google Shape;548;p103"/>
          <p:cNvSpPr txBox="1">
            <a:spLocks noGrp="1"/>
          </p:cNvSpPr>
          <p:nvPr>
            <p:ph type="body" idx="1"/>
          </p:nvPr>
        </p:nvSpPr>
        <p:spPr>
          <a:xfrm>
            <a:off x="1319700" y="234425"/>
            <a:ext cx="10857900" cy="7929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400" b="1">
                <a:solidFill>
                  <a:schemeClr val="dk2"/>
                </a:solidFill>
              </a:rPr>
              <a:t>Task 3: Post Hoc Analysis</a:t>
            </a:r>
            <a:endParaRPr sz="4400" b="1">
              <a:solidFill>
                <a:schemeClr val="dk2"/>
              </a:solidFill>
            </a:endParaRPr>
          </a:p>
        </p:txBody>
      </p:sp>
      <p:pic>
        <p:nvPicPr>
          <p:cNvPr id="549" name="Google Shape;549;p103"/>
          <p:cNvPicPr preferRelativeResize="0"/>
          <p:nvPr/>
        </p:nvPicPr>
        <p:blipFill>
          <a:blip r:embed="rId3">
            <a:alphaModFix/>
          </a:blip>
          <a:stretch>
            <a:fillRect/>
          </a:stretch>
        </p:blipFill>
        <p:spPr>
          <a:xfrm>
            <a:off x="1947565" y="1774888"/>
            <a:ext cx="9080150" cy="4380106"/>
          </a:xfrm>
          <a:prstGeom prst="rect">
            <a:avLst/>
          </a:prstGeom>
          <a:solidFill>
            <a:schemeClr val="lt1"/>
          </a:solidFill>
          <a:ln>
            <a:noFill/>
          </a:ln>
        </p:spPr>
      </p:pic>
      <p:sp>
        <p:nvSpPr>
          <p:cNvPr id="550" name="Google Shape;550;p103"/>
          <p:cNvSpPr txBox="1"/>
          <p:nvPr/>
        </p:nvSpPr>
        <p:spPr>
          <a:xfrm>
            <a:off x="1507950" y="1027325"/>
            <a:ext cx="10481400" cy="858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Clr>
                <a:schemeClr val="dk1"/>
              </a:buClr>
              <a:buSzPts val="1100"/>
              <a:buFont typeface="Arial"/>
              <a:buNone/>
            </a:pPr>
            <a:r>
              <a:rPr lang="en-US" sz="2300" b="1">
                <a:solidFill>
                  <a:schemeClr val="dk1"/>
                </a:solidFill>
                <a:latin typeface="Roboto"/>
                <a:ea typeface="Roboto"/>
                <a:cs typeface="Roboto"/>
                <a:sym typeface="Roboto"/>
              </a:rPr>
              <a:t>Normality test of residuals and random effects:</a:t>
            </a:r>
            <a:endParaRPr sz="2300" b="1">
              <a:solidFill>
                <a:schemeClr val="dk1"/>
              </a:solidFill>
              <a:latin typeface="Roboto"/>
              <a:ea typeface="Roboto"/>
              <a:cs typeface="Roboto"/>
              <a:sym typeface="Roboto"/>
            </a:endParaRPr>
          </a:p>
          <a:p>
            <a:pPr marL="0" lvl="0" indent="0" algn="l" rtl="0">
              <a:spcBef>
                <a:spcPts val="40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104"/>
          <p:cNvSpPr/>
          <p:nvPr/>
        </p:nvSpPr>
        <p:spPr>
          <a:xfrm>
            <a:off x="1227000" y="-8000"/>
            <a:ext cx="11043300" cy="6858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6" name="Google Shape;556;p104"/>
          <p:cNvSpPr txBox="1">
            <a:spLocks noGrp="1"/>
          </p:cNvSpPr>
          <p:nvPr>
            <p:ph type="body" idx="1"/>
          </p:nvPr>
        </p:nvSpPr>
        <p:spPr>
          <a:xfrm>
            <a:off x="1319700" y="234425"/>
            <a:ext cx="10857900" cy="7929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400" b="1">
                <a:solidFill>
                  <a:schemeClr val="dk2"/>
                </a:solidFill>
              </a:rPr>
              <a:t>Task 3: Post Hoc Analysis</a:t>
            </a:r>
            <a:endParaRPr sz="4400" b="1">
              <a:solidFill>
                <a:schemeClr val="dk2"/>
              </a:solidFill>
            </a:endParaRPr>
          </a:p>
        </p:txBody>
      </p:sp>
      <p:graphicFrame>
        <p:nvGraphicFramePr>
          <p:cNvPr id="557" name="Google Shape;557;p104"/>
          <p:cNvGraphicFramePr/>
          <p:nvPr/>
        </p:nvGraphicFramePr>
        <p:xfrm>
          <a:off x="1447200" y="1519450"/>
          <a:ext cx="10410975" cy="4621788"/>
        </p:xfrm>
        <a:graphic>
          <a:graphicData uri="http://schemas.openxmlformats.org/drawingml/2006/table">
            <a:tbl>
              <a:tblPr>
                <a:noFill/>
                <a:tableStyleId>{F1C24661-C6C5-4E7F-A3B1-710D5E6E2BC4}</a:tableStyleId>
              </a:tblPr>
              <a:tblGrid>
                <a:gridCol w="3470325">
                  <a:extLst>
                    <a:ext uri="{9D8B030D-6E8A-4147-A177-3AD203B41FA5}">
                      <a16:colId xmlns:a16="http://schemas.microsoft.com/office/drawing/2014/main" val="20000"/>
                    </a:ext>
                  </a:extLst>
                </a:gridCol>
                <a:gridCol w="3470325">
                  <a:extLst>
                    <a:ext uri="{9D8B030D-6E8A-4147-A177-3AD203B41FA5}">
                      <a16:colId xmlns:a16="http://schemas.microsoft.com/office/drawing/2014/main" val="20001"/>
                    </a:ext>
                  </a:extLst>
                </a:gridCol>
                <a:gridCol w="3470325">
                  <a:extLst>
                    <a:ext uri="{9D8B030D-6E8A-4147-A177-3AD203B41FA5}">
                      <a16:colId xmlns:a16="http://schemas.microsoft.com/office/drawing/2014/main" val="20002"/>
                    </a:ext>
                  </a:extLst>
                </a:gridCol>
              </a:tblGrid>
              <a:tr h="620825">
                <a:tc>
                  <a:txBody>
                    <a:bodyPr/>
                    <a:lstStyle/>
                    <a:p>
                      <a:pPr marL="0" lvl="0" indent="0" algn="l" rtl="0">
                        <a:spcBef>
                          <a:spcPts val="0"/>
                        </a:spcBef>
                        <a:spcAft>
                          <a:spcPts val="0"/>
                        </a:spcAft>
                        <a:buNone/>
                      </a:pPr>
                      <a:r>
                        <a:rPr lang="en-US" sz="3000">
                          <a:solidFill>
                            <a:schemeClr val="dk1"/>
                          </a:solidFill>
                          <a:latin typeface="Roboto"/>
                          <a:ea typeface="Roboto"/>
                          <a:cs typeface="Roboto"/>
                          <a:sym typeface="Roboto"/>
                        </a:rPr>
                        <a:t>Random Intercepts:</a:t>
                      </a:r>
                      <a:endParaRPr sz="3000">
                        <a:latin typeface="Roboto"/>
                        <a:ea typeface="Roboto"/>
                        <a:cs typeface="Roboto"/>
                        <a:sym typeface="Roboto"/>
                      </a:endParaRPr>
                    </a:p>
                  </a:txBody>
                  <a:tcPr marL="91425" marR="91425" marT="91425" marB="91425">
                    <a:lnB w="93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3000">
                          <a:solidFill>
                            <a:schemeClr val="dk1"/>
                          </a:solidFill>
                          <a:latin typeface="Roboto"/>
                          <a:ea typeface="Roboto"/>
                          <a:cs typeface="Roboto"/>
                          <a:sym typeface="Roboto"/>
                        </a:rPr>
                        <a:t>Random Slopes:</a:t>
                      </a:r>
                      <a:endParaRPr sz="3000">
                        <a:latin typeface="Roboto"/>
                        <a:ea typeface="Roboto"/>
                        <a:cs typeface="Roboto"/>
                        <a:sym typeface="Roboto"/>
                      </a:endParaRPr>
                    </a:p>
                  </a:txBody>
                  <a:tcPr marL="91425" marR="91425" marT="91425" marB="91425">
                    <a:lnB w="93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3000">
                          <a:solidFill>
                            <a:schemeClr val="dk1"/>
                          </a:solidFill>
                          <a:latin typeface="Roboto"/>
                          <a:ea typeface="Roboto"/>
                          <a:cs typeface="Roboto"/>
                          <a:sym typeface="Roboto"/>
                        </a:rPr>
                        <a:t>Residuals:</a:t>
                      </a:r>
                      <a:endParaRPr sz="3000">
                        <a:latin typeface="Roboto"/>
                        <a:ea typeface="Roboto"/>
                        <a:cs typeface="Roboto"/>
                        <a:sym typeface="Roboto"/>
                      </a:endParaRPr>
                    </a:p>
                  </a:txBody>
                  <a:tcPr marL="91425" marR="91425" marT="91425" marB="91425">
                    <a:lnB w="93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175425">
                <a:tc>
                  <a:txBody>
                    <a:bodyPr/>
                    <a:lstStyle/>
                    <a:p>
                      <a:pPr marL="0" lvl="0" indent="0" algn="l" rtl="0">
                        <a:lnSpc>
                          <a:spcPct val="115000"/>
                        </a:lnSpc>
                        <a:spcBef>
                          <a:spcPts val="1200"/>
                        </a:spcBef>
                        <a:spcAft>
                          <a:spcPts val="0"/>
                        </a:spcAft>
                        <a:buNone/>
                      </a:pPr>
                      <a:r>
                        <a:rPr lang="en-US" sz="2500">
                          <a:latin typeface="Roboto"/>
                          <a:ea typeface="Roboto"/>
                          <a:cs typeface="Roboto"/>
                          <a:sym typeface="Roboto"/>
                        </a:rPr>
                        <a:t>W = 0.75528, p-value = 7.616e-08</a:t>
                      </a:r>
                      <a:endParaRPr sz="2500">
                        <a:latin typeface="Roboto"/>
                        <a:ea typeface="Roboto"/>
                        <a:cs typeface="Roboto"/>
                        <a:sym typeface="Roboto"/>
                      </a:endParaRPr>
                    </a:p>
                    <a:p>
                      <a:pPr marL="0" lvl="0" indent="0" algn="l" rtl="0">
                        <a:lnSpc>
                          <a:spcPct val="115000"/>
                        </a:lnSpc>
                        <a:spcBef>
                          <a:spcPts val="1200"/>
                        </a:spcBef>
                        <a:spcAft>
                          <a:spcPts val="0"/>
                        </a:spcAft>
                        <a:buNone/>
                      </a:pPr>
                      <a:r>
                        <a:rPr lang="en-US" sz="2500">
                          <a:latin typeface="Roboto"/>
                          <a:ea typeface="Roboto"/>
                          <a:cs typeface="Roboto"/>
                          <a:sym typeface="Roboto"/>
                        </a:rPr>
                        <a:t> </a:t>
                      </a:r>
                      <a:endParaRPr sz="2500">
                        <a:latin typeface="Roboto"/>
                        <a:ea typeface="Roboto"/>
                        <a:cs typeface="Roboto"/>
                        <a:sym typeface="Roboto"/>
                      </a:endParaRPr>
                    </a:p>
                    <a:p>
                      <a:pPr marL="0" lvl="0" indent="0" algn="l" rtl="0">
                        <a:lnSpc>
                          <a:spcPct val="115000"/>
                        </a:lnSpc>
                        <a:spcBef>
                          <a:spcPts val="1200"/>
                        </a:spcBef>
                        <a:spcAft>
                          <a:spcPts val="0"/>
                        </a:spcAft>
                        <a:buNone/>
                      </a:pPr>
                      <a:r>
                        <a:rPr lang="en-US" sz="2500">
                          <a:latin typeface="Roboto"/>
                          <a:ea typeface="Roboto"/>
                          <a:cs typeface="Roboto"/>
                          <a:sym typeface="Roboto"/>
                        </a:rPr>
                        <a:t>The random intercepts are not normally distributed (p-value &lt; 0.05)</a:t>
                      </a:r>
                      <a:endParaRPr sz="2500">
                        <a:latin typeface="Roboto"/>
                        <a:ea typeface="Roboto"/>
                        <a:cs typeface="Roboto"/>
                        <a:sym typeface="Roboto"/>
                      </a:endParaRPr>
                    </a:p>
                  </a:txBody>
                  <a:tcPr marL="68575" marR="68575" marT="914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2500">
                          <a:latin typeface="Roboto"/>
                          <a:ea typeface="Roboto"/>
                          <a:cs typeface="Roboto"/>
                          <a:sym typeface="Roboto"/>
                        </a:rPr>
                        <a:t>W = 0.59092, p-value = 1.1e-10</a:t>
                      </a:r>
                      <a:endParaRPr sz="2500">
                        <a:latin typeface="Roboto"/>
                        <a:ea typeface="Roboto"/>
                        <a:cs typeface="Roboto"/>
                        <a:sym typeface="Roboto"/>
                      </a:endParaRPr>
                    </a:p>
                    <a:p>
                      <a:pPr marL="0" lvl="0" indent="0" algn="l" rtl="0">
                        <a:lnSpc>
                          <a:spcPct val="115000"/>
                        </a:lnSpc>
                        <a:spcBef>
                          <a:spcPts val="1200"/>
                        </a:spcBef>
                        <a:spcAft>
                          <a:spcPts val="0"/>
                        </a:spcAft>
                        <a:buNone/>
                      </a:pPr>
                      <a:r>
                        <a:rPr lang="en-US" sz="2500">
                          <a:latin typeface="Roboto"/>
                          <a:ea typeface="Roboto"/>
                          <a:cs typeface="Roboto"/>
                          <a:sym typeface="Roboto"/>
                        </a:rPr>
                        <a:t> </a:t>
                      </a:r>
                      <a:endParaRPr sz="2500">
                        <a:latin typeface="Roboto"/>
                        <a:ea typeface="Roboto"/>
                        <a:cs typeface="Roboto"/>
                        <a:sym typeface="Roboto"/>
                      </a:endParaRPr>
                    </a:p>
                    <a:p>
                      <a:pPr marL="0" lvl="0" indent="0" algn="l" rtl="0">
                        <a:lnSpc>
                          <a:spcPct val="115000"/>
                        </a:lnSpc>
                        <a:spcBef>
                          <a:spcPts val="1200"/>
                        </a:spcBef>
                        <a:spcAft>
                          <a:spcPts val="0"/>
                        </a:spcAft>
                        <a:buNone/>
                      </a:pPr>
                      <a:r>
                        <a:rPr lang="en-US" sz="2500">
                          <a:latin typeface="Roboto"/>
                          <a:ea typeface="Roboto"/>
                          <a:cs typeface="Roboto"/>
                          <a:sym typeface="Roboto"/>
                        </a:rPr>
                        <a:t>The random slopes are not normally distributed (p-value &lt; 0.05)</a:t>
                      </a:r>
                      <a:endParaRPr sz="2500">
                        <a:latin typeface="Roboto"/>
                        <a:ea typeface="Roboto"/>
                        <a:cs typeface="Roboto"/>
                        <a:sym typeface="Roboto"/>
                      </a:endParaRPr>
                    </a:p>
                  </a:txBody>
                  <a:tcPr marL="68575" marR="68575" marT="914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2500">
                          <a:latin typeface="Roboto"/>
                          <a:ea typeface="Roboto"/>
                          <a:cs typeface="Roboto"/>
                          <a:sym typeface="Roboto"/>
                        </a:rPr>
                        <a:t>W = 0.74384, p-value &lt; 2.2e-16</a:t>
                      </a:r>
                      <a:endParaRPr sz="2500">
                        <a:latin typeface="Roboto"/>
                        <a:ea typeface="Roboto"/>
                        <a:cs typeface="Roboto"/>
                        <a:sym typeface="Roboto"/>
                      </a:endParaRPr>
                    </a:p>
                    <a:p>
                      <a:pPr marL="0" lvl="0" indent="0" algn="l" rtl="0">
                        <a:lnSpc>
                          <a:spcPct val="115000"/>
                        </a:lnSpc>
                        <a:spcBef>
                          <a:spcPts val="1200"/>
                        </a:spcBef>
                        <a:spcAft>
                          <a:spcPts val="0"/>
                        </a:spcAft>
                        <a:buNone/>
                      </a:pPr>
                      <a:r>
                        <a:rPr lang="en-US" sz="2500">
                          <a:latin typeface="Roboto"/>
                          <a:ea typeface="Roboto"/>
                          <a:cs typeface="Roboto"/>
                          <a:sym typeface="Roboto"/>
                        </a:rPr>
                        <a:t> </a:t>
                      </a:r>
                      <a:endParaRPr sz="2500">
                        <a:latin typeface="Roboto"/>
                        <a:ea typeface="Roboto"/>
                        <a:cs typeface="Roboto"/>
                        <a:sym typeface="Roboto"/>
                      </a:endParaRPr>
                    </a:p>
                    <a:p>
                      <a:pPr marL="0" lvl="0" indent="0" algn="l" rtl="0">
                        <a:lnSpc>
                          <a:spcPct val="115000"/>
                        </a:lnSpc>
                        <a:spcBef>
                          <a:spcPts val="1200"/>
                        </a:spcBef>
                        <a:spcAft>
                          <a:spcPts val="0"/>
                        </a:spcAft>
                        <a:buNone/>
                      </a:pPr>
                      <a:r>
                        <a:rPr lang="en-US" sz="2500">
                          <a:latin typeface="Roboto"/>
                          <a:ea typeface="Roboto"/>
                          <a:cs typeface="Roboto"/>
                          <a:sym typeface="Roboto"/>
                        </a:rPr>
                        <a:t>The residuals are not normally distributed (p-value &lt; 0.05)</a:t>
                      </a:r>
                      <a:endParaRPr sz="2500">
                        <a:latin typeface="Roboto"/>
                        <a:ea typeface="Roboto"/>
                        <a:cs typeface="Roboto"/>
                        <a:sym typeface="Roboto"/>
                      </a:endParaRPr>
                    </a:p>
                  </a:txBody>
                  <a:tcPr marL="68575" marR="68575" marT="914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105"/>
          <p:cNvSpPr/>
          <p:nvPr/>
        </p:nvSpPr>
        <p:spPr>
          <a:xfrm>
            <a:off x="1227000" y="-8000"/>
            <a:ext cx="11043300" cy="6858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3" name="Google Shape;563;p105"/>
          <p:cNvSpPr txBox="1">
            <a:spLocks noGrp="1"/>
          </p:cNvSpPr>
          <p:nvPr>
            <p:ph type="body" idx="1"/>
          </p:nvPr>
        </p:nvSpPr>
        <p:spPr>
          <a:xfrm>
            <a:off x="1319700" y="234425"/>
            <a:ext cx="10857900" cy="7929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400" b="1">
                <a:solidFill>
                  <a:schemeClr val="dk2"/>
                </a:solidFill>
              </a:rPr>
              <a:t>Task 3: Post Hoc Analysis</a:t>
            </a:r>
            <a:endParaRPr sz="4400" b="1">
              <a:solidFill>
                <a:schemeClr val="dk2"/>
              </a:solidFill>
            </a:endParaRPr>
          </a:p>
        </p:txBody>
      </p:sp>
      <p:pic>
        <p:nvPicPr>
          <p:cNvPr id="564" name="Google Shape;564;p105"/>
          <p:cNvPicPr preferRelativeResize="0"/>
          <p:nvPr/>
        </p:nvPicPr>
        <p:blipFill>
          <a:blip r:embed="rId3">
            <a:alphaModFix/>
          </a:blip>
          <a:stretch>
            <a:fillRect/>
          </a:stretch>
        </p:blipFill>
        <p:spPr>
          <a:xfrm>
            <a:off x="1761913" y="1027325"/>
            <a:ext cx="9286875" cy="5715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106"/>
          <p:cNvSpPr/>
          <p:nvPr/>
        </p:nvSpPr>
        <p:spPr>
          <a:xfrm>
            <a:off x="1227000" y="-8000"/>
            <a:ext cx="11043300" cy="6858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0" name="Google Shape;570;p106"/>
          <p:cNvSpPr txBox="1">
            <a:spLocks noGrp="1"/>
          </p:cNvSpPr>
          <p:nvPr>
            <p:ph type="body" idx="1"/>
          </p:nvPr>
        </p:nvSpPr>
        <p:spPr>
          <a:xfrm>
            <a:off x="1319700" y="234425"/>
            <a:ext cx="10857900" cy="7929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400" b="1">
                <a:solidFill>
                  <a:schemeClr val="dk2"/>
                </a:solidFill>
              </a:rPr>
              <a:t>Task 3: Post Hoc Analysis</a:t>
            </a:r>
            <a:endParaRPr sz="4400" b="1">
              <a:solidFill>
                <a:schemeClr val="dk2"/>
              </a:solidFill>
            </a:endParaRPr>
          </a:p>
        </p:txBody>
      </p:sp>
      <p:graphicFrame>
        <p:nvGraphicFramePr>
          <p:cNvPr id="571" name="Google Shape;571;p106"/>
          <p:cNvGraphicFramePr/>
          <p:nvPr/>
        </p:nvGraphicFramePr>
        <p:xfrm>
          <a:off x="1447200" y="1519450"/>
          <a:ext cx="10410975" cy="4423350"/>
        </p:xfrm>
        <a:graphic>
          <a:graphicData uri="http://schemas.openxmlformats.org/drawingml/2006/table">
            <a:tbl>
              <a:tblPr>
                <a:noFill/>
                <a:tableStyleId>{F1C24661-C6C5-4E7F-A3B1-710D5E6E2BC4}</a:tableStyleId>
              </a:tblPr>
              <a:tblGrid>
                <a:gridCol w="3470325">
                  <a:extLst>
                    <a:ext uri="{9D8B030D-6E8A-4147-A177-3AD203B41FA5}">
                      <a16:colId xmlns:a16="http://schemas.microsoft.com/office/drawing/2014/main" val="20000"/>
                    </a:ext>
                  </a:extLst>
                </a:gridCol>
                <a:gridCol w="3470325">
                  <a:extLst>
                    <a:ext uri="{9D8B030D-6E8A-4147-A177-3AD203B41FA5}">
                      <a16:colId xmlns:a16="http://schemas.microsoft.com/office/drawing/2014/main" val="20001"/>
                    </a:ext>
                  </a:extLst>
                </a:gridCol>
                <a:gridCol w="3470325">
                  <a:extLst>
                    <a:ext uri="{9D8B030D-6E8A-4147-A177-3AD203B41FA5}">
                      <a16:colId xmlns:a16="http://schemas.microsoft.com/office/drawing/2014/main" val="20002"/>
                    </a:ext>
                  </a:extLst>
                </a:gridCol>
              </a:tblGrid>
              <a:tr h="620825">
                <a:tc>
                  <a:txBody>
                    <a:bodyPr/>
                    <a:lstStyle/>
                    <a:p>
                      <a:pPr marL="0" lvl="0" indent="0" algn="l" rtl="0">
                        <a:spcBef>
                          <a:spcPts val="0"/>
                        </a:spcBef>
                        <a:spcAft>
                          <a:spcPts val="0"/>
                        </a:spcAft>
                        <a:buNone/>
                      </a:pPr>
                      <a:r>
                        <a:rPr lang="en-US" sz="3000">
                          <a:solidFill>
                            <a:schemeClr val="dk1"/>
                          </a:solidFill>
                          <a:latin typeface="Roboto"/>
                          <a:ea typeface="Roboto"/>
                          <a:cs typeface="Roboto"/>
                          <a:sym typeface="Roboto"/>
                        </a:rPr>
                        <a:t>Random Intercepts:</a:t>
                      </a:r>
                      <a:endParaRPr sz="30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US" sz="3000">
                          <a:solidFill>
                            <a:schemeClr val="dk1"/>
                          </a:solidFill>
                          <a:latin typeface="Roboto"/>
                          <a:ea typeface="Roboto"/>
                          <a:cs typeface="Roboto"/>
                          <a:sym typeface="Roboto"/>
                        </a:rPr>
                        <a:t>Random Slopes:</a:t>
                      </a:r>
                      <a:endParaRPr sz="3000">
                        <a:latin typeface="Roboto"/>
                        <a:ea typeface="Roboto"/>
                        <a:cs typeface="Roboto"/>
                        <a:sym typeface="Roboto"/>
                      </a:endParaRPr>
                    </a:p>
                  </a:txBody>
                  <a:tcPr marL="91425" marR="91425" marT="91425" marB="91425"/>
                </a:tc>
                <a:tc>
                  <a:txBody>
                    <a:bodyPr/>
                    <a:lstStyle/>
                    <a:p>
                      <a:pPr marL="0" lvl="0" indent="0" algn="l" rtl="0">
                        <a:spcBef>
                          <a:spcPts val="0"/>
                        </a:spcBef>
                        <a:spcAft>
                          <a:spcPts val="0"/>
                        </a:spcAft>
                        <a:buNone/>
                      </a:pPr>
                      <a:r>
                        <a:rPr lang="en-US" sz="3000">
                          <a:solidFill>
                            <a:schemeClr val="dk1"/>
                          </a:solidFill>
                          <a:latin typeface="Roboto"/>
                          <a:ea typeface="Roboto"/>
                          <a:cs typeface="Roboto"/>
                          <a:sym typeface="Roboto"/>
                        </a:rPr>
                        <a:t>Residuals:</a:t>
                      </a:r>
                      <a:endParaRPr sz="3000">
                        <a:latin typeface="Roboto"/>
                        <a:ea typeface="Roboto"/>
                        <a:cs typeface="Roboto"/>
                        <a:sym typeface="Roboto"/>
                      </a:endParaRPr>
                    </a:p>
                  </a:txBody>
                  <a:tcPr marL="91425" marR="91425" marT="91425" marB="91425">
                    <a:lnB w="93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175425">
                <a:tc>
                  <a:txBody>
                    <a:bodyPr/>
                    <a:lstStyle/>
                    <a:p>
                      <a:pPr marL="0" lvl="0" indent="0" algn="l" rtl="0">
                        <a:lnSpc>
                          <a:spcPct val="115000"/>
                        </a:lnSpc>
                        <a:spcBef>
                          <a:spcPts val="1200"/>
                        </a:spcBef>
                        <a:spcAft>
                          <a:spcPts val="0"/>
                        </a:spcAft>
                        <a:buClr>
                          <a:schemeClr val="dk1"/>
                        </a:buClr>
                        <a:buSzPts val="1100"/>
                        <a:buFont typeface="Arial"/>
                        <a:buNone/>
                      </a:pPr>
                      <a:r>
                        <a:rPr lang="en-US" sz="2500">
                          <a:solidFill>
                            <a:schemeClr val="dk1"/>
                          </a:solidFill>
                          <a:latin typeface="Roboto"/>
                          <a:ea typeface="Roboto"/>
                          <a:cs typeface="Roboto"/>
                          <a:sym typeface="Roboto"/>
                        </a:rPr>
                        <a:t>W = 0.97661, p-value = 0.4063</a:t>
                      </a:r>
                      <a:endParaRPr sz="2500">
                        <a:solidFill>
                          <a:schemeClr val="dk1"/>
                        </a:solidFill>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r>
                        <a:rPr lang="en-US" sz="2500">
                          <a:solidFill>
                            <a:schemeClr val="dk1"/>
                          </a:solidFill>
                          <a:latin typeface="Roboto"/>
                          <a:ea typeface="Roboto"/>
                          <a:cs typeface="Roboto"/>
                          <a:sym typeface="Roboto"/>
                        </a:rPr>
                        <a:t> </a:t>
                      </a:r>
                      <a:endParaRPr sz="2500">
                        <a:solidFill>
                          <a:schemeClr val="dk1"/>
                        </a:solidFill>
                        <a:latin typeface="Roboto"/>
                        <a:ea typeface="Roboto"/>
                        <a:cs typeface="Roboto"/>
                        <a:sym typeface="Roboto"/>
                      </a:endParaRPr>
                    </a:p>
                    <a:p>
                      <a:pPr marL="0" lvl="0" indent="0" algn="l" rtl="0">
                        <a:spcBef>
                          <a:spcPts val="1200"/>
                        </a:spcBef>
                        <a:spcAft>
                          <a:spcPts val="0"/>
                        </a:spcAft>
                        <a:buNone/>
                      </a:pPr>
                      <a:r>
                        <a:rPr lang="en-US" sz="2500">
                          <a:solidFill>
                            <a:schemeClr val="dk1"/>
                          </a:solidFill>
                          <a:latin typeface="Roboto"/>
                          <a:ea typeface="Roboto"/>
                          <a:cs typeface="Roboto"/>
                          <a:sym typeface="Roboto"/>
                        </a:rPr>
                        <a:t>The random intercepts are normally distributed (p-value &gt;= 0.05)</a:t>
                      </a:r>
                      <a:endParaRPr sz="2500">
                        <a:solidFill>
                          <a:schemeClr val="dk1"/>
                        </a:solidFill>
                        <a:latin typeface="Roboto"/>
                        <a:ea typeface="Roboto"/>
                        <a:cs typeface="Roboto"/>
                        <a:sym typeface="Roboto"/>
                      </a:endParaRPr>
                    </a:p>
                  </a:txBody>
                  <a:tcPr marL="91425" marR="91425" marT="91425" marB="91425"/>
                </a:tc>
                <a:tc>
                  <a:txBody>
                    <a:bodyPr/>
                    <a:lstStyle/>
                    <a:p>
                      <a:pPr marL="0" lvl="0" indent="0" algn="l" rtl="0">
                        <a:lnSpc>
                          <a:spcPct val="115000"/>
                        </a:lnSpc>
                        <a:spcBef>
                          <a:spcPts val="1200"/>
                        </a:spcBef>
                        <a:spcAft>
                          <a:spcPts val="0"/>
                        </a:spcAft>
                        <a:buClr>
                          <a:schemeClr val="dk1"/>
                        </a:buClr>
                        <a:buSzPts val="1100"/>
                        <a:buFont typeface="Arial"/>
                        <a:buNone/>
                      </a:pPr>
                      <a:r>
                        <a:rPr lang="en-US" sz="2500">
                          <a:solidFill>
                            <a:schemeClr val="dk1"/>
                          </a:solidFill>
                          <a:latin typeface="Roboto"/>
                          <a:ea typeface="Roboto"/>
                          <a:cs typeface="Roboto"/>
                          <a:sym typeface="Roboto"/>
                        </a:rPr>
                        <a:t>W = 0.96422, p-value = 0.1262</a:t>
                      </a:r>
                      <a:endParaRPr sz="2500">
                        <a:solidFill>
                          <a:schemeClr val="dk1"/>
                        </a:solidFill>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r>
                        <a:rPr lang="en-US" sz="2500">
                          <a:solidFill>
                            <a:schemeClr val="dk1"/>
                          </a:solidFill>
                          <a:latin typeface="Roboto"/>
                          <a:ea typeface="Roboto"/>
                          <a:cs typeface="Roboto"/>
                          <a:sym typeface="Roboto"/>
                        </a:rPr>
                        <a:t> </a:t>
                      </a:r>
                      <a:endParaRPr sz="2500">
                        <a:solidFill>
                          <a:schemeClr val="dk1"/>
                        </a:solidFill>
                        <a:latin typeface="Roboto"/>
                        <a:ea typeface="Roboto"/>
                        <a:cs typeface="Roboto"/>
                        <a:sym typeface="Roboto"/>
                      </a:endParaRPr>
                    </a:p>
                    <a:p>
                      <a:pPr marL="0" lvl="0" indent="0" algn="l" rtl="0">
                        <a:spcBef>
                          <a:spcPts val="1200"/>
                        </a:spcBef>
                        <a:spcAft>
                          <a:spcPts val="0"/>
                        </a:spcAft>
                        <a:buNone/>
                      </a:pPr>
                      <a:r>
                        <a:rPr lang="en-US" sz="2500">
                          <a:solidFill>
                            <a:schemeClr val="dk1"/>
                          </a:solidFill>
                          <a:latin typeface="Roboto"/>
                          <a:ea typeface="Roboto"/>
                          <a:cs typeface="Roboto"/>
                          <a:sym typeface="Roboto"/>
                        </a:rPr>
                        <a:t>The random slopes are normally distributed (p-value &gt;= 0.05)</a:t>
                      </a:r>
                      <a:endParaRPr sz="2500">
                        <a:solidFill>
                          <a:schemeClr val="dk1"/>
                        </a:solidFill>
                        <a:latin typeface="Roboto"/>
                        <a:ea typeface="Roboto"/>
                        <a:cs typeface="Roboto"/>
                        <a:sym typeface="Roboto"/>
                      </a:endParaRPr>
                    </a:p>
                  </a:txBody>
                  <a:tcPr marL="91425" marR="91425" marT="91425" marB="91425">
                    <a:lnR w="9350" cap="flat" cmpd="sng">
                      <a:solidFill>
                        <a:srgbClr val="000000"/>
                      </a:solidFill>
                      <a:prstDash val="solid"/>
                      <a:round/>
                      <a:headEnd type="none" w="sm" len="sm"/>
                      <a:tailEnd type="none" w="sm" len="sm"/>
                    </a:lnR>
                  </a:tcPr>
                </a:tc>
                <a:tc>
                  <a:txBody>
                    <a:bodyPr/>
                    <a:lstStyle/>
                    <a:p>
                      <a:pPr marL="0" lvl="0" indent="0" algn="l" rtl="0">
                        <a:lnSpc>
                          <a:spcPct val="115000"/>
                        </a:lnSpc>
                        <a:spcBef>
                          <a:spcPts val="1200"/>
                        </a:spcBef>
                        <a:spcAft>
                          <a:spcPts val="0"/>
                        </a:spcAft>
                        <a:buClr>
                          <a:schemeClr val="dk1"/>
                        </a:buClr>
                        <a:buSzPts val="1100"/>
                        <a:buFont typeface="Arial"/>
                        <a:buNone/>
                      </a:pPr>
                      <a:r>
                        <a:rPr lang="en-US" sz="2500">
                          <a:solidFill>
                            <a:schemeClr val="dk1"/>
                          </a:solidFill>
                          <a:latin typeface="Roboto"/>
                          <a:ea typeface="Roboto"/>
                          <a:cs typeface="Roboto"/>
                          <a:sym typeface="Roboto"/>
                        </a:rPr>
                        <a:t>W = 0.96422, p-value = 0.1262</a:t>
                      </a:r>
                      <a:endParaRPr sz="2500">
                        <a:solidFill>
                          <a:schemeClr val="dk1"/>
                        </a:solidFill>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r>
                        <a:rPr lang="en-US" sz="2500">
                          <a:solidFill>
                            <a:schemeClr val="dk1"/>
                          </a:solidFill>
                          <a:latin typeface="Roboto"/>
                          <a:ea typeface="Roboto"/>
                          <a:cs typeface="Roboto"/>
                          <a:sym typeface="Roboto"/>
                        </a:rPr>
                        <a:t> </a:t>
                      </a:r>
                      <a:endParaRPr sz="250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r>
                        <a:rPr lang="en-US" sz="2500">
                          <a:solidFill>
                            <a:schemeClr val="dk1"/>
                          </a:solidFill>
                          <a:latin typeface="Roboto"/>
                          <a:ea typeface="Roboto"/>
                          <a:cs typeface="Roboto"/>
                          <a:sym typeface="Roboto"/>
                        </a:rPr>
                        <a:t>The random slopes are normally distributed (p-value &gt;= 0.05)</a:t>
                      </a:r>
                      <a:endParaRPr sz="2500">
                        <a:latin typeface="Roboto"/>
                        <a:ea typeface="Roboto"/>
                        <a:cs typeface="Roboto"/>
                        <a:sym typeface="Roboto"/>
                      </a:endParaRPr>
                    </a:p>
                  </a:txBody>
                  <a:tcPr marL="68575" marR="68575" marT="914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107"/>
          <p:cNvSpPr/>
          <p:nvPr/>
        </p:nvSpPr>
        <p:spPr>
          <a:xfrm>
            <a:off x="1227000" y="-8000"/>
            <a:ext cx="11043300" cy="6858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7" name="Google Shape;577;p107"/>
          <p:cNvSpPr txBox="1">
            <a:spLocks noGrp="1"/>
          </p:cNvSpPr>
          <p:nvPr>
            <p:ph type="body" idx="1"/>
          </p:nvPr>
        </p:nvSpPr>
        <p:spPr>
          <a:xfrm>
            <a:off x="1319700" y="234425"/>
            <a:ext cx="10857900" cy="7929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400" b="1">
                <a:solidFill>
                  <a:schemeClr val="dk2"/>
                </a:solidFill>
              </a:rPr>
              <a:t>Task 3: Post Hoc Analysis</a:t>
            </a:r>
            <a:endParaRPr sz="4400" b="1">
              <a:solidFill>
                <a:schemeClr val="dk2"/>
              </a:solidFill>
            </a:endParaRPr>
          </a:p>
        </p:txBody>
      </p:sp>
      <p:pic>
        <p:nvPicPr>
          <p:cNvPr id="578" name="Google Shape;578;p107"/>
          <p:cNvPicPr preferRelativeResize="0"/>
          <p:nvPr/>
        </p:nvPicPr>
        <p:blipFill>
          <a:blip r:embed="rId3">
            <a:alphaModFix/>
          </a:blip>
          <a:stretch>
            <a:fillRect/>
          </a:stretch>
        </p:blipFill>
        <p:spPr>
          <a:xfrm>
            <a:off x="2105200" y="1027325"/>
            <a:ext cx="9286875" cy="5715000"/>
          </a:xfrm>
          <a:prstGeom prst="rect">
            <a:avLst/>
          </a:prstGeom>
          <a:solidFill>
            <a:schemeClr val="lt1"/>
          </a:solid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108"/>
          <p:cNvSpPr/>
          <p:nvPr/>
        </p:nvSpPr>
        <p:spPr>
          <a:xfrm>
            <a:off x="1227000" y="-8000"/>
            <a:ext cx="11043300" cy="6858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4" name="Google Shape;584;p108"/>
          <p:cNvSpPr txBox="1">
            <a:spLocks noGrp="1"/>
          </p:cNvSpPr>
          <p:nvPr>
            <p:ph type="body" idx="1"/>
          </p:nvPr>
        </p:nvSpPr>
        <p:spPr>
          <a:xfrm>
            <a:off x="1319700" y="234425"/>
            <a:ext cx="10857900" cy="7929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400" b="1">
                <a:solidFill>
                  <a:schemeClr val="dk2"/>
                </a:solidFill>
              </a:rPr>
              <a:t>Task 3: Post Hoc Analysis</a:t>
            </a:r>
            <a:endParaRPr sz="4400" b="1">
              <a:solidFill>
                <a:schemeClr val="dk2"/>
              </a:solidFill>
            </a:endParaRPr>
          </a:p>
        </p:txBody>
      </p:sp>
      <p:graphicFrame>
        <p:nvGraphicFramePr>
          <p:cNvPr id="585" name="Google Shape;585;p108"/>
          <p:cNvGraphicFramePr/>
          <p:nvPr/>
        </p:nvGraphicFramePr>
        <p:xfrm>
          <a:off x="1447200" y="1519450"/>
          <a:ext cx="10410975" cy="4621788"/>
        </p:xfrm>
        <a:graphic>
          <a:graphicData uri="http://schemas.openxmlformats.org/drawingml/2006/table">
            <a:tbl>
              <a:tblPr>
                <a:noFill/>
                <a:tableStyleId>{F1C24661-C6C5-4E7F-A3B1-710D5E6E2BC4}</a:tableStyleId>
              </a:tblPr>
              <a:tblGrid>
                <a:gridCol w="3470325">
                  <a:extLst>
                    <a:ext uri="{9D8B030D-6E8A-4147-A177-3AD203B41FA5}">
                      <a16:colId xmlns:a16="http://schemas.microsoft.com/office/drawing/2014/main" val="20000"/>
                    </a:ext>
                  </a:extLst>
                </a:gridCol>
                <a:gridCol w="3470325">
                  <a:extLst>
                    <a:ext uri="{9D8B030D-6E8A-4147-A177-3AD203B41FA5}">
                      <a16:colId xmlns:a16="http://schemas.microsoft.com/office/drawing/2014/main" val="20001"/>
                    </a:ext>
                  </a:extLst>
                </a:gridCol>
                <a:gridCol w="3470325">
                  <a:extLst>
                    <a:ext uri="{9D8B030D-6E8A-4147-A177-3AD203B41FA5}">
                      <a16:colId xmlns:a16="http://schemas.microsoft.com/office/drawing/2014/main" val="20002"/>
                    </a:ext>
                  </a:extLst>
                </a:gridCol>
              </a:tblGrid>
              <a:tr h="620825">
                <a:tc>
                  <a:txBody>
                    <a:bodyPr/>
                    <a:lstStyle/>
                    <a:p>
                      <a:pPr marL="0" lvl="0" indent="0" algn="l" rtl="0">
                        <a:spcBef>
                          <a:spcPts val="0"/>
                        </a:spcBef>
                        <a:spcAft>
                          <a:spcPts val="0"/>
                        </a:spcAft>
                        <a:buNone/>
                      </a:pPr>
                      <a:r>
                        <a:rPr lang="en-US" sz="3000">
                          <a:solidFill>
                            <a:schemeClr val="dk1"/>
                          </a:solidFill>
                          <a:latin typeface="Roboto"/>
                          <a:ea typeface="Roboto"/>
                          <a:cs typeface="Roboto"/>
                          <a:sym typeface="Roboto"/>
                        </a:rPr>
                        <a:t>Random Intercepts:</a:t>
                      </a:r>
                      <a:endParaRPr sz="3000">
                        <a:latin typeface="Roboto"/>
                        <a:ea typeface="Roboto"/>
                        <a:cs typeface="Roboto"/>
                        <a:sym typeface="Roboto"/>
                      </a:endParaRPr>
                    </a:p>
                  </a:txBody>
                  <a:tcPr marL="91425" marR="91425" marT="91425" marB="91425">
                    <a:lnB w="93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3000">
                          <a:solidFill>
                            <a:schemeClr val="dk1"/>
                          </a:solidFill>
                          <a:latin typeface="Roboto"/>
                          <a:ea typeface="Roboto"/>
                          <a:cs typeface="Roboto"/>
                          <a:sym typeface="Roboto"/>
                        </a:rPr>
                        <a:t>Random Slopes:</a:t>
                      </a:r>
                      <a:endParaRPr sz="3000">
                        <a:latin typeface="Roboto"/>
                        <a:ea typeface="Roboto"/>
                        <a:cs typeface="Roboto"/>
                        <a:sym typeface="Roboto"/>
                      </a:endParaRPr>
                    </a:p>
                  </a:txBody>
                  <a:tcPr marL="91425" marR="91425" marT="91425" marB="91425">
                    <a:lnB w="93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3000">
                          <a:solidFill>
                            <a:schemeClr val="dk1"/>
                          </a:solidFill>
                          <a:latin typeface="Roboto"/>
                          <a:ea typeface="Roboto"/>
                          <a:cs typeface="Roboto"/>
                          <a:sym typeface="Roboto"/>
                        </a:rPr>
                        <a:t>Residuals:</a:t>
                      </a:r>
                      <a:endParaRPr sz="3000">
                        <a:latin typeface="Roboto"/>
                        <a:ea typeface="Roboto"/>
                        <a:cs typeface="Roboto"/>
                        <a:sym typeface="Roboto"/>
                      </a:endParaRPr>
                    </a:p>
                  </a:txBody>
                  <a:tcPr marL="91425" marR="91425" marT="91425" marB="91425">
                    <a:lnB w="93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175425">
                <a:tc>
                  <a:txBody>
                    <a:bodyPr/>
                    <a:lstStyle/>
                    <a:p>
                      <a:pPr marL="0" lvl="0" indent="0" algn="l" rtl="0">
                        <a:lnSpc>
                          <a:spcPct val="115000"/>
                        </a:lnSpc>
                        <a:spcBef>
                          <a:spcPts val="1200"/>
                        </a:spcBef>
                        <a:spcAft>
                          <a:spcPts val="0"/>
                        </a:spcAft>
                        <a:buNone/>
                      </a:pPr>
                      <a:r>
                        <a:rPr lang="en-US" sz="2500">
                          <a:latin typeface="Roboto"/>
                          <a:ea typeface="Roboto"/>
                          <a:cs typeface="Roboto"/>
                          <a:sym typeface="Roboto"/>
                        </a:rPr>
                        <a:t>W = 0.73207, p-value = 2.616e-08</a:t>
                      </a:r>
                      <a:endParaRPr sz="2500">
                        <a:latin typeface="Roboto"/>
                        <a:ea typeface="Roboto"/>
                        <a:cs typeface="Roboto"/>
                        <a:sym typeface="Roboto"/>
                      </a:endParaRPr>
                    </a:p>
                    <a:p>
                      <a:pPr marL="0" lvl="0" indent="0" algn="l" rtl="0">
                        <a:lnSpc>
                          <a:spcPct val="115000"/>
                        </a:lnSpc>
                        <a:spcBef>
                          <a:spcPts val="1200"/>
                        </a:spcBef>
                        <a:spcAft>
                          <a:spcPts val="0"/>
                        </a:spcAft>
                        <a:buNone/>
                      </a:pPr>
                      <a:r>
                        <a:rPr lang="en-US" sz="2500">
                          <a:latin typeface="Roboto"/>
                          <a:ea typeface="Roboto"/>
                          <a:cs typeface="Roboto"/>
                          <a:sym typeface="Roboto"/>
                        </a:rPr>
                        <a:t> </a:t>
                      </a:r>
                      <a:endParaRPr sz="2500">
                        <a:latin typeface="Roboto"/>
                        <a:ea typeface="Roboto"/>
                        <a:cs typeface="Roboto"/>
                        <a:sym typeface="Roboto"/>
                      </a:endParaRPr>
                    </a:p>
                    <a:p>
                      <a:pPr marL="0" lvl="0" indent="0" algn="l" rtl="0">
                        <a:lnSpc>
                          <a:spcPct val="115000"/>
                        </a:lnSpc>
                        <a:spcBef>
                          <a:spcPts val="1200"/>
                        </a:spcBef>
                        <a:spcAft>
                          <a:spcPts val="0"/>
                        </a:spcAft>
                        <a:buNone/>
                      </a:pPr>
                      <a:r>
                        <a:rPr lang="en-US" sz="2500">
                          <a:latin typeface="Roboto"/>
                          <a:ea typeface="Roboto"/>
                          <a:cs typeface="Roboto"/>
                          <a:sym typeface="Roboto"/>
                        </a:rPr>
                        <a:t>The random intercepts are not normally distributed (p-value &lt; 0.05)</a:t>
                      </a:r>
                      <a:endParaRPr sz="2500">
                        <a:latin typeface="Roboto"/>
                        <a:ea typeface="Roboto"/>
                        <a:cs typeface="Roboto"/>
                        <a:sym typeface="Roboto"/>
                      </a:endParaRPr>
                    </a:p>
                  </a:txBody>
                  <a:tcPr marL="68575" marR="68575" marT="914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2500">
                          <a:latin typeface="Roboto"/>
                          <a:ea typeface="Roboto"/>
                          <a:cs typeface="Roboto"/>
                          <a:sym typeface="Roboto"/>
                        </a:rPr>
                        <a:t>W = 0.61024, p-value = 2.141e-10</a:t>
                      </a:r>
                      <a:endParaRPr sz="2500">
                        <a:latin typeface="Roboto"/>
                        <a:ea typeface="Roboto"/>
                        <a:cs typeface="Roboto"/>
                        <a:sym typeface="Roboto"/>
                      </a:endParaRPr>
                    </a:p>
                    <a:p>
                      <a:pPr marL="0" lvl="0" indent="0" algn="l" rtl="0">
                        <a:lnSpc>
                          <a:spcPct val="115000"/>
                        </a:lnSpc>
                        <a:spcBef>
                          <a:spcPts val="1200"/>
                        </a:spcBef>
                        <a:spcAft>
                          <a:spcPts val="0"/>
                        </a:spcAft>
                        <a:buNone/>
                      </a:pPr>
                      <a:r>
                        <a:rPr lang="en-US" sz="2500">
                          <a:latin typeface="Roboto"/>
                          <a:ea typeface="Roboto"/>
                          <a:cs typeface="Roboto"/>
                          <a:sym typeface="Roboto"/>
                        </a:rPr>
                        <a:t> </a:t>
                      </a:r>
                      <a:endParaRPr sz="2500">
                        <a:latin typeface="Roboto"/>
                        <a:ea typeface="Roboto"/>
                        <a:cs typeface="Roboto"/>
                        <a:sym typeface="Roboto"/>
                      </a:endParaRPr>
                    </a:p>
                    <a:p>
                      <a:pPr marL="0" lvl="0" indent="0" algn="l" rtl="0">
                        <a:lnSpc>
                          <a:spcPct val="115000"/>
                        </a:lnSpc>
                        <a:spcBef>
                          <a:spcPts val="1200"/>
                        </a:spcBef>
                        <a:spcAft>
                          <a:spcPts val="0"/>
                        </a:spcAft>
                        <a:buNone/>
                      </a:pPr>
                      <a:r>
                        <a:rPr lang="en-US" sz="2500">
                          <a:latin typeface="Roboto"/>
                          <a:ea typeface="Roboto"/>
                          <a:cs typeface="Roboto"/>
                          <a:sym typeface="Roboto"/>
                        </a:rPr>
                        <a:t>The random slopes are not normally distributed (p-value &lt; 0.05)</a:t>
                      </a:r>
                      <a:endParaRPr sz="2500">
                        <a:latin typeface="Roboto"/>
                        <a:ea typeface="Roboto"/>
                        <a:cs typeface="Roboto"/>
                        <a:sym typeface="Roboto"/>
                      </a:endParaRPr>
                    </a:p>
                  </a:txBody>
                  <a:tcPr marL="68575" marR="68575" marT="914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2500">
                          <a:latin typeface="Roboto"/>
                          <a:ea typeface="Roboto"/>
                          <a:cs typeface="Roboto"/>
                          <a:sym typeface="Roboto"/>
                        </a:rPr>
                        <a:t>W = 0.7767, p-value &lt; 2.2e-16</a:t>
                      </a:r>
                      <a:endParaRPr sz="2500">
                        <a:latin typeface="Roboto"/>
                        <a:ea typeface="Roboto"/>
                        <a:cs typeface="Roboto"/>
                        <a:sym typeface="Roboto"/>
                      </a:endParaRPr>
                    </a:p>
                    <a:p>
                      <a:pPr marL="0" lvl="0" indent="0" algn="l" rtl="0">
                        <a:lnSpc>
                          <a:spcPct val="115000"/>
                        </a:lnSpc>
                        <a:spcBef>
                          <a:spcPts val="1200"/>
                        </a:spcBef>
                        <a:spcAft>
                          <a:spcPts val="0"/>
                        </a:spcAft>
                        <a:buNone/>
                      </a:pPr>
                      <a:r>
                        <a:rPr lang="en-US" sz="2500">
                          <a:latin typeface="Roboto"/>
                          <a:ea typeface="Roboto"/>
                          <a:cs typeface="Roboto"/>
                          <a:sym typeface="Roboto"/>
                        </a:rPr>
                        <a:t> </a:t>
                      </a:r>
                      <a:endParaRPr sz="2500">
                        <a:latin typeface="Roboto"/>
                        <a:ea typeface="Roboto"/>
                        <a:cs typeface="Roboto"/>
                        <a:sym typeface="Roboto"/>
                      </a:endParaRPr>
                    </a:p>
                    <a:p>
                      <a:pPr marL="0" lvl="0" indent="0" algn="l" rtl="0">
                        <a:lnSpc>
                          <a:spcPct val="115000"/>
                        </a:lnSpc>
                        <a:spcBef>
                          <a:spcPts val="1200"/>
                        </a:spcBef>
                        <a:spcAft>
                          <a:spcPts val="0"/>
                        </a:spcAft>
                        <a:buNone/>
                      </a:pPr>
                      <a:r>
                        <a:rPr lang="en-US" sz="2500">
                          <a:latin typeface="Roboto"/>
                          <a:ea typeface="Roboto"/>
                          <a:cs typeface="Roboto"/>
                          <a:sym typeface="Roboto"/>
                        </a:rPr>
                        <a:t>The residuals are not normally distributed (p-value &lt; 0.05)</a:t>
                      </a:r>
                      <a:endParaRPr sz="2500">
                        <a:latin typeface="Roboto"/>
                        <a:ea typeface="Roboto"/>
                        <a:cs typeface="Roboto"/>
                        <a:sym typeface="Roboto"/>
                      </a:endParaRPr>
                    </a:p>
                  </a:txBody>
                  <a:tcPr marL="68575" marR="68575" marT="914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109"/>
          <p:cNvSpPr/>
          <p:nvPr/>
        </p:nvSpPr>
        <p:spPr>
          <a:xfrm>
            <a:off x="1227000" y="-8000"/>
            <a:ext cx="11043300" cy="6858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1" name="Google Shape;591;p109"/>
          <p:cNvSpPr txBox="1">
            <a:spLocks noGrp="1"/>
          </p:cNvSpPr>
          <p:nvPr>
            <p:ph type="body" idx="1"/>
          </p:nvPr>
        </p:nvSpPr>
        <p:spPr>
          <a:xfrm>
            <a:off x="1319700" y="234425"/>
            <a:ext cx="10857900" cy="7929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400" b="1">
                <a:solidFill>
                  <a:schemeClr val="dk2"/>
                </a:solidFill>
              </a:rPr>
              <a:t>Task 3: Post Hoc Analysis</a:t>
            </a:r>
            <a:endParaRPr sz="4400" b="1">
              <a:solidFill>
                <a:schemeClr val="dk2"/>
              </a:solidFill>
            </a:endParaRPr>
          </a:p>
        </p:txBody>
      </p:sp>
      <p:pic>
        <p:nvPicPr>
          <p:cNvPr id="592" name="Google Shape;592;p109"/>
          <p:cNvPicPr preferRelativeResize="0"/>
          <p:nvPr/>
        </p:nvPicPr>
        <p:blipFill>
          <a:blip r:embed="rId3">
            <a:alphaModFix/>
          </a:blip>
          <a:stretch>
            <a:fillRect/>
          </a:stretch>
        </p:blipFill>
        <p:spPr>
          <a:xfrm>
            <a:off x="1743713" y="884763"/>
            <a:ext cx="9286875" cy="5743575"/>
          </a:xfrm>
          <a:prstGeom prst="rect">
            <a:avLst/>
          </a:prstGeom>
          <a:solidFill>
            <a:schemeClr val="lt1"/>
          </a:solid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p110"/>
          <p:cNvSpPr/>
          <p:nvPr/>
        </p:nvSpPr>
        <p:spPr>
          <a:xfrm>
            <a:off x="1227000" y="-8000"/>
            <a:ext cx="11043300" cy="6858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8" name="Google Shape;598;p110"/>
          <p:cNvSpPr txBox="1">
            <a:spLocks noGrp="1"/>
          </p:cNvSpPr>
          <p:nvPr>
            <p:ph type="body" idx="1"/>
          </p:nvPr>
        </p:nvSpPr>
        <p:spPr>
          <a:xfrm>
            <a:off x="1319700" y="234425"/>
            <a:ext cx="10857900" cy="7929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400" b="1">
                <a:solidFill>
                  <a:schemeClr val="dk2"/>
                </a:solidFill>
              </a:rPr>
              <a:t>Task 3: Post Hoc Analysis</a:t>
            </a:r>
            <a:endParaRPr sz="4400" b="1">
              <a:solidFill>
                <a:schemeClr val="dk2"/>
              </a:solidFill>
            </a:endParaRPr>
          </a:p>
        </p:txBody>
      </p:sp>
      <p:graphicFrame>
        <p:nvGraphicFramePr>
          <p:cNvPr id="599" name="Google Shape;599;p110"/>
          <p:cNvGraphicFramePr/>
          <p:nvPr/>
        </p:nvGraphicFramePr>
        <p:xfrm>
          <a:off x="1447200" y="1519450"/>
          <a:ext cx="10410975" cy="4621788"/>
        </p:xfrm>
        <a:graphic>
          <a:graphicData uri="http://schemas.openxmlformats.org/drawingml/2006/table">
            <a:tbl>
              <a:tblPr>
                <a:noFill/>
                <a:tableStyleId>{F1C24661-C6C5-4E7F-A3B1-710D5E6E2BC4}</a:tableStyleId>
              </a:tblPr>
              <a:tblGrid>
                <a:gridCol w="3470325">
                  <a:extLst>
                    <a:ext uri="{9D8B030D-6E8A-4147-A177-3AD203B41FA5}">
                      <a16:colId xmlns:a16="http://schemas.microsoft.com/office/drawing/2014/main" val="20000"/>
                    </a:ext>
                  </a:extLst>
                </a:gridCol>
                <a:gridCol w="3470325">
                  <a:extLst>
                    <a:ext uri="{9D8B030D-6E8A-4147-A177-3AD203B41FA5}">
                      <a16:colId xmlns:a16="http://schemas.microsoft.com/office/drawing/2014/main" val="20001"/>
                    </a:ext>
                  </a:extLst>
                </a:gridCol>
                <a:gridCol w="3470325">
                  <a:extLst>
                    <a:ext uri="{9D8B030D-6E8A-4147-A177-3AD203B41FA5}">
                      <a16:colId xmlns:a16="http://schemas.microsoft.com/office/drawing/2014/main" val="20002"/>
                    </a:ext>
                  </a:extLst>
                </a:gridCol>
              </a:tblGrid>
              <a:tr h="620825">
                <a:tc>
                  <a:txBody>
                    <a:bodyPr/>
                    <a:lstStyle/>
                    <a:p>
                      <a:pPr marL="0" lvl="0" indent="0" algn="l" rtl="0">
                        <a:spcBef>
                          <a:spcPts val="0"/>
                        </a:spcBef>
                        <a:spcAft>
                          <a:spcPts val="0"/>
                        </a:spcAft>
                        <a:buNone/>
                      </a:pPr>
                      <a:r>
                        <a:rPr lang="en-US" sz="3000">
                          <a:solidFill>
                            <a:schemeClr val="dk1"/>
                          </a:solidFill>
                          <a:latin typeface="Roboto"/>
                          <a:ea typeface="Roboto"/>
                          <a:cs typeface="Roboto"/>
                          <a:sym typeface="Roboto"/>
                        </a:rPr>
                        <a:t>Random Intercepts:</a:t>
                      </a:r>
                      <a:endParaRPr sz="3000">
                        <a:latin typeface="Roboto"/>
                        <a:ea typeface="Roboto"/>
                        <a:cs typeface="Roboto"/>
                        <a:sym typeface="Roboto"/>
                      </a:endParaRPr>
                    </a:p>
                  </a:txBody>
                  <a:tcPr marL="91425" marR="91425" marT="91425" marB="91425">
                    <a:lnB w="93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3000">
                          <a:solidFill>
                            <a:schemeClr val="dk1"/>
                          </a:solidFill>
                          <a:latin typeface="Roboto"/>
                          <a:ea typeface="Roboto"/>
                          <a:cs typeface="Roboto"/>
                          <a:sym typeface="Roboto"/>
                        </a:rPr>
                        <a:t>Random Slopes:</a:t>
                      </a:r>
                      <a:endParaRPr sz="3000">
                        <a:latin typeface="Roboto"/>
                        <a:ea typeface="Roboto"/>
                        <a:cs typeface="Roboto"/>
                        <a:sym typeface="Roboto"/>
                      </a:endParaRPr>
                    </a:p>
                  </a:txBody>
                  <a:tcPr marL="91425" marR="91425" marT="91425" marB="91425">
                    <a:lnB w="93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3000">
                          <a:solidFill>
                            <a:schemeClr val="dk1"/>
                          </a:solidFill>
                          <a:latin typeface="Roboto"/>
                          <a:ea typeface="Roboto"/>
                          <a:cs typeface="Roboto"/>
                          <a:sym typeface="Roboto"/>
                        </a:rPr>
                        <a:t>Residuals:</a:t>
                      </a:r>
                      <a:endParaRPr sz="3000">
                        <a:latin typeface="Roboto"/>
                        <a:ea typeface="Roboto"/>
                        <a:cs typeface="Roboto"/>
                        <a:sym typeface="Roboto"/>
                      </a:endParaRPr>
                    </a:p>
                  </a:txBody>
                  <a:tcPr marL="91425" marR="91425" marT="91425" marB="91425">
                    <a:lnB w="93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175425">
                <a:tc>
                  <a:txBody>
                    <a:bodyPr/>
                    <a:lstStyle/>
                    <a:p>
                      <a:pPr marL="0" lvl="0" indent="0" algn="l" rtl="0">
                        <a:lnSpc>
                          <a:spcPct val="115000"/>
                        </a:lnSpc>
                        <a:spcBef>
                          <a:spcPts val="1200"/>
                        </a:spcBef>
                        <a:spcAft>
                          <a:spcPts val="0"/>
                        </a:spcAft>
                        <a:buNone/>
                      </a:pPr>
                      <a:r>
                        <a:rPr lang="en-US" sz="2500">
                          <a:latin typeface="Roboto"/>
                          <a:ea typeface="Roboto"/>
                          <a:cs typeface="Roboto"/>
                          <a:sym typeface="Roboto"/>
                        </a:rPr>
                        <a:t>W = 0.75405, p-value = 7.187e-08</a:t>
                      </a:r>
                      <a:endParaRPr sz="2500">
                        <a:latin typeface="Roboto"/>
                        <a:ea typeface="Roboto"/>
                        <a:cs typeface="Roboto"/>
                        <a:sym typeface="Roboto"/>
                      </a:endParaRPr>
                    </a:p>
                    <a:p>
                      <a:pPr marL="0" lvl="0" indent="0" algn="l" rtl="0">
                        <a:lnSpc>
                          <a:spcPct val="115000"/>
                        </a:lnSpc>
                        <a:spcBef>
                          <a:spcPts val="1200"/>
                        </a:spcBef>
                        <a:spcAft>
                          <a:spcPts val="0"/>
                        </a:spcAft>
                        <a:buNone/>
                      </a:pPr>
                      <a:r>
                        <a:rPr lang="en-US" sz="2500">
                          <a:latin typeface="Roboto"/>
                          <a:ea typeface="Roboto"/>
                          <a:cs typeface="Roboto"/>
                          <a:sym typeface="Roboto"/>
                        </a:rPr>
                        <a:t> </a:t>
                      </a:r>
                      <a:endParaRPr sz="2500">
                        <a:latin typeface="Roboto"/>
                        <a:ea typeface="Roboto"/>
                        <a:cs typeface="Roboto"/>
                        <a:sym typeface="Roboto"/>
                      </a:endParaRPr>
                    </a:p>
                    <a:p>
                      <a:pPr marL="0" lvl="0" indent="0" algn="l" rtl="0">
                        <a:lnSpc>
                          <a:spcPct val="115000"/>
                        </a:lnSpc>
                        <a:spcBef>
                          <a:spcPts val="1200"/>
                        </a:spcBef>
                        <a:spcAft>
                          <a:spcPts val="0"/>
                        </a:spcAft>
                        <a:buNone/>
                      </a:pPr>
                      <a:r>
                        <a:rPr lang="en-US" sz="2500">
                          <a:latin typeface="Roboto"/>
                          <a:ea typeface="Roboto"/>
                          <a:cs typeface="Roboto"/>
                          <a:sym typeface="Roboto"/>
                        </a:rPr>
                        <a:t>The random intercepts are not normally distributed (p-value &lt; 0.05)</a:t>
                      </a:r>
                      <a:endParaRPr sz="2500">
                        <a:latin typeface="Roboto"/>
                        <a:ea typeface="Roboto"/>
                        <a:cs typeface="Roboto"/>
                        <a:sym typeface="Roboto"/>
                      </a:endParaRPr>
                    </a:p>
                  </a:txBody>
                  <a:tcPr marL="68575" marR="68575" marT="914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2500">
                          <a:latin typeface="Roboto"/>
                          <a:ea typeface="Roboto"/>
                          <a:cs typeface="Roboto"/>
                          <a:sym typeface="Roboto"/>
                        </a:rPr>
                        <a:t>W = 0.58844, p-value = 1.011e-10</a:t>
                      </a:r>
                      <a:endParaRPr sz="2500">
                        <a:latin typeface="Roboto"/>
                        <a:ea typeface="Roboto"/>
                        <a:cs typeface="Roboto"/>
                        <a:sym typeface="Roboto"/>
                      </a:endParaRPr>
                    </a:p>
                    <a:p>
                      <a:pPr marL="0" lvl="0" indent="0" algn="l" rtl="0">
                        <a:lnSpc>
                          <a:spcPct val="115000"/>
                        </a:lnSpc>
                        <a:spcBef>
                          <a:spcPts val="1200"/>
                        </a:spcBef>
                        <a:spcAft>
                          <a:spcPts val="0"/>
                        </a:spcAft>
                        <a:buNone/>
                      </a:pPr>
                      <a:r>
                        <a:rPr lang="en-US" sz="2500">
                          <a:latin typeface="Roboto"/>
                          <a:ea typeface="Roboto"/>
                          <a:cs typeface="Roboto"/>
                          <a:sym typeface="Roboto"/>
                        </a:rPr>
                        <a:t> </a:t>
                      </a:r>
                      <a:endParaRPr sz="2500">
                        <a:latin typeface="Roboto"/>
                        <a:ea typeface="Roboto"/>
                        <a:cs typeface="Roboto"/>
                        <a:sym typeface="Roboto"/>
                      </a:endParaRPr>
                    </a:p>
                    <a:p>
                      <a:pPr marL="0" lvl="0" indent="0" algn="l" rtl="0">
                        <a:lnSpc>
                          <a:spcPct val="115000"/>
                        </a:lnSpc>
                        <a:spcBef>
                          <a:spcPts val="1200"/>
                        </a:spcBef>
                        <a:spcAft>
                          <a:spcPts val="0"/>
                        </a:spcAft>
                        <a:buNone/>
                      </a:pPr>
                      <a:r>
                        <a:rPr lang="en-US" sz="2500">
                          <a:latin typeface="Roboto"/>
                          <a:ea typeface="Roboto"/>
                          <a:cs typeface="Roboto"/>
                          <a:sym typeface="Roboto"/>
                        </a:rPr>
                        <a:t>The random slopes are not normally distributed (p-value &lt; 0.05)</a:t>
                      </a:r>
                      <a:endParaRPr sz="2500">
                        <a:latin typeface="Roboto"/>
                        <a:ea typeface="Roboto"/>
                        <a:cs typeface="Roboto"/>
                        <a:sym typeface="Roboto"/>
                      </a:endParaRPr>
                    </a:p>
                  </a:txBody>
                  <a:tcPr marL="68575" marR="68575" marT="914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2500">
                          <a:latin typeface="Roboto"/>
                          <a:ea typeface="Roboto"/>
                          <a:cs typeface="Roboto"/>
                          <a:sym typeface="Roboto"/>
                        </a:rPr>
                        <a:t>W = 0.5928, p-value &lt; 2.2e-16</a:t>
                      </a:r>
                      <a:endParaRPr sz="2500">
                        <a:latin typeface="Roboto"/>
                        <a:ea typeface="Roboto"/>
                        <a:cs typeface="Roboto"/>
                        <a:sym typeface="Roboto"/>
                      </a:endParaRPr>
                    </a:p>
                    <a:p>
                      <a:pPr marL="0" lvl="0" indent="0" algn="l" rtl="0">
                        <a:lnSpc>
                          <a:spcPct val="115000"/>
                        </a:lnSpc>
                        <a:spcBef>
                          <a:spcPts val="1200"/>
                        </a:spcBef>
                        <a:spcAft>
                          <a:spcPts val="0"/>
                        </a:spcAft>
                        <a:buNone/>
                      </a:pPr>
                      <a:r>
                        <a:rPr lang="en-US" sz="2500">
                          <a:latin typeface="Roboto"/>
                          <a:ea typeface="Roboto"/>
                          <a:cs typeface="Roboto"/>
                          <a:sym typeface="Roboto"/>
                        </a:rPr>
                        <a:t> </a:t>
                      </a:r>
                      <a:endParaRPr sz="2500">
                        <a:latin typeface="Roboto"/>
                        <a:ea typeface="Roboto"/>
                        <a:cs typeface="Roboto"/>
                        <a:sym typeface="Roboto"/>
                      </a:endParaRPr>
                    </a:p>
                    <a:p>
                      <a:pPr marL="0" lvl="0" indent="0" algn="l" rtl="0">
                        <a:lnSpc>
                          <a:spcPct val="115000"/>
                        </a:lnSpc>
                        <a:spcBef>
                          <a:spcPts val="1200"/>
                        </a:spcBef>
                        <a:spcAft>
                          <a:spcPts val="0"/>
                        </a:spcAft>
                        <a:buNone/>
                      </a:pPr>
                      <a:r>
                        <a:rPr lang="en-US" sz="2500">
                          <a:latin typeface="Roboto"/>
                          <a:ea typeface="Roboto"/>
                          <a:cs typeface="Roboto"/>
                          <a:sym typeface="Roboto"/>
                        </a:rPr>
                        <a:t>The residuals are not normally distributed (p-value &lt; 0.05)</a:t>
                      </a:r>
                      <a:endParaRPr sz="2500">
                        <a:latin typeface="Roboto"/>
                        <a:ea typeface="Roboto"/>
                        <a:cs typeface="Roboto"/>
                        <a:sym typeface="Roboto"/>
                      </a:endParaRPr>
                    </a:p>
                  </a:txBody>
                  <a:tcPr marL="68575" marR="68575" marT="914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111"/>
          <p:cNvSpPr/>
          <p:nvPr/>
        </p:nvSpPr>
        <p:spPr>
          <a:xfrm>
            <a:off x="1227000" y="-8000"/>
            <a:ext cx="11043300" cy="6858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500">
              <a:latin typeface="Roboto"/>
              <a:ea typeface="Roboto"/>
              <a:cs typeface="Roboto"/>
              <a:sym typeface="Roboto"/>
            </a:endParaRPr>
          </a:p>
        </p:txBody>
      </p:sp>
      <p:sp>
        <p:nvSpPr>
          <p:cNvPr id="605" name="Google Shape;605;p111"/>
          <p:cNvSpPr txBox="1">
            <a:spLocks noGrp="1"/>
          </p:cNvSpPr>
          <p:nvPr>
            <p:ph type="body" idx="1"/>
          </p:nvPr>
        </p:nvSpPr>
        <p:spPr>
          <a:xfrm>
            <a:off x="1319700" y="234425"/>
            <a:ext cx="10857900" cy="7929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400" b="1">
                <a:solidFill>
                  <a:schemeClr val="dk2"/>
                </a:solidFill>
              </a:rPr>
              <a:t>Task 3: Post Hoc Analysis</a:t>
            </a:r>
            <a:endParaRPr sz="4400" b="1">
              <a:solidFill>
                <a:schemeClr val="dk2"/>
              </a:solidFill>
            </a:endParaRPr>
          </a:p>
        </p:txBody>
      </p:sp>
      <p:sp>
        <p:nvSpPr>
          <p:cNvPr id="606" name="Google Shape;606;p111"/>
          <p:cNvSpPr txBox="1"/>
          <p:nvPr/>
        </p:nvSpPr>
        <p:spPr>
          <a:xfrm>
            <a:off x="1319700" y="1675325"/>
            <a:ext cx="10116900" cy="2955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000" b="1">
                <a:solidFill>
                  <a:schemeClr val="dk1"/>
                </a:solidFill>
                <a:latin typeface="Roboto"/>
                <a:ea typeface="Roboto"/>
                <a:cs typeface="Roboto"/>
                <a:sym typeface="Roboto"/>
              </a:rPr>
              <a:t>Pairwise Comparison:</a:t>
            </a:r>
            <a:endParaRPr sz="3000" b="1">
              <a:solidFill>
                <a:schemeClr val="dk1"/>
              </a:solidFill>
              <a:latin typeface="Roboto"/>
              <a:ea typeface="Roboto"/>
              <a:cs typeface="Roboto"/>
              <a:sym typeface="Roboto"/>
            </a:endParaRPr>
          </a:p>
          <a:p>
            <a:pPr marL="0" lvl="0" indent="0" algn="l" rtl="0">
              <a:spcBef>
                <a:spcPts val="0"/>
              </a:spcBef>
              <a:spcAft>
                <a:spcPts val="0"/>
              </a:spcAft>
              <a:buNone/>
            </a:pPr>
            <a:endParaRPr sz="3000" b="1">
              <a:solidFill>
                <a:schemeClr val="dk1"/>
              </a:solidFill>
              <a:latin typeface="Roboto"/>
              <a:ea typeface="Roboto"/>
              <a:cs typeface="Roboto"/>
              <a:sym typeface="Roboto"/>
            </a:endParaRPr>
          </a:p>
          <a:p>
            <a:pPr marL="457200" lvl="0" indent="-419100" algn="l" rtl="0">
              <a:spcBef>
                <a:spcPts val="0"/>
              </a:spcBef>
              <a:spcAft>
                <a:spcPts val="0"/>
              </a:spcAft>
              <a:buClr>
                <a:schemeClr val="dk1"/>
              </a:buClr>
              <a:buSzPts val="3000"/>
              <a:buFont typeface="Roboto"/>
              <a:buChar char="●"/>
            </a:pPr>
            <a:r>
              <a:rPr lang="en-US" sz="3000">
                <a:solidFill>
                  <a:schemeClr val="dk1"/>
                </a:solidFill>
                <a:latin typeface="Roboto"/>
                <a:ea typeface="Roboto"/>
                <a:cs typeface="Roboto"/>
                <a:sym typeface="Roboto"/>
              </a:rPr>
              <a:t>Pairwise comparisons were conducted to compare marginal means for total typing time, total key hold time, total key up down time, and total key down down time across different session indices.</a:t>
            </a:r>
            <a:endParaRPr sz="3000">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112"/>
          <p:cNvSpPr/>
          <p:nvPr/>
        </p:nvSpPr>
        <p:spPr>
          <a:xfrm>
            <a:off x="1227000" y="-8000"/>
            <a:ext cx="11043300" cy="6858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500">
              <a:latin typeface="Roboto"/>
              <a:ea typeface="Roboto"/>
              <a:cs typeface="Roboto"/>
              <a:sym typeface="Roboto"/>
            </a:endParaRPr>
          </a:p>
        </p:txBody>
      </p:sp>
      <p:sp>
        <p:nvSpPr>
          <p:cNvPr id="612" name="Google Shape;612;p112"/>
          <p:cNvSpPr txBox="1">
            <a:spLocks noGrp="1"/>
          </p:cNvSpPr>
          <p:nvPr>
            <p:ph type="body" idx="1"/>
          </p:nvPr>
        </p:nvSpPr>
        <p:spPr>
          <a:xfrm>
            <a:off x="1319700" y="234425"/>
            <a:ext cx="10857900" cy="7929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400" b="1">
                <a:solidFill>
                  <a:schemeClr val="dk2"/>
                </a:solidFill>
              </a:rPr>
              <a:t>Task 3: Post Hoc Analysis</a:t>
            </a:r>
            <a:endParaRPr sz="4400" b="1">
              <a:solidFill>
                <a:schemeClr val="dk2"/>
              </a:solidFill>
            </a:endParaRPr>
          </a:p>
        </p:txBody>
      </p:sp>
      <p:pic>
        <p:nvPicPr>
          <p:cNvPr id="613" name="Google Shape;613;p112"/>
          <p:cNvPicPr preferRelativeResize="0"/>
          <p:nvPr/>
        </p:nvPicPr>
        <p:blipFill>
          <a:blip r:embed="rId3">
            <a:alphaModFix/>
          </a:blip>
          <a:stretch>
            <a:fillRect/>
          </a:stretch>
        </p:blipFill>
        <p:spPr>
          <a:xfrm>
            <a:off x="2020650" y="1027325"/>
            <a:ext cx="9153101" cy="5633976"/>
          </a:xfrm>
          <a:prstGeom prst="rect">
            <a:avLst/>
          </a:prstGeom>
          <a:solidFill>
            <a:schemeClr val="lt1"/>
          </a:solid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113"/>
          <p:cNvSpPr/>
          <p:nvPr/>
        </p:nvSpPr>
        <p:spPr>
          <a:xfrm>
            <a:off x="1227000" y="-8000"/>
            <a:ext cx="11043300" cy="6858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500">
              <a:latin typeface="Roboto"/>
              <a:ea typeface="Roboto"/>
              <a:cs typeface="Roboto"/>
              <a:sym typeface="Roboto"/>
            </a:endParaRPr>
          </a:p>
        </p:txBody>
      </p:sp>
      <p:sp>
        <p:nvSpPr>
          <p:cNvPr id="619" name="Google Shape;619;p113"/>
          <p:cNvSpPr txBox="1">
            <a:spLocks noGrp="1"/>
          </p:cNvSpPr>
          <p:nvPr>
            <p:ph type="body" idx="1"/>
          </p:nvPr>
        </p:nvSpPr>
        <p:spPr>
          <a:xfrm>
            <a:off x="1319700" y="234425"/>
            <a:ext cx="10857900" cy="7929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400" b="1">
                <a:solidFill>
                  <a:schemeClr val="dk2"/>
                </a:solidFill>
              </a:rPr>
              <a:t>Task 3: Post Hoc Analysis</a:t>
            </a:r>
            <a:endParaRPr sz="4400" b="1">
              <a:solidFill>
                <a:schemeClr val="dk2"/>
              </a:solidFill>
            </a:endParaRPr>
          </a:p>
        </p:txBody>
      </p:sp>
      <p:pic>
        <p:nvPicPr>
          <p:cNvPr id="620" name="Google Shape;620;p113"/>
          <p:cNvPicPr preferRelativeResize="0"/>
          <p:nvPr/>
        </p:nvPicPr>
        <p:blipFill>
          <a:blip r:embed="rId3">
            <a:alphaModFix/>
          </a:blip>
          <a:stretch>
            <a:fillRect/>
          </a:stretch>
        </p:blipFill>
        <p:spPr>
          <a:xfrm>
            <a:off x="2497325" y="1027325"/>
            <a:ext cx="8294300" cy="5670374"/>
          </a:xfrm>
          <a:prstGeom prst="rect">
            <a:avLst/>
          </a:prstGeom>
          <a:solidFill>
            <a:schemeClr val="lt1"/>
          </a:solid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114"/>
          <p:cNvSpPr/>
          <p:nvPr/>
        </p:nvSpPr>
        <p:spPr>
          <a:xfrm>
            <a:off x="1227000" y="-8000"/>
            <a:ext cx="11043300" cy="6858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500">
              <a:latin typeface="Roboto"/>
              <a:ea typeface="Roboto"/>
              <a:cs typeface="Roboto"/>
              <a:sym typeface="Roboto"/>
            </a:endParaRPr>
          </a:p>
        </p:txBody>
      </p:sp>
      <p:sp>
        <p:nvSpPr>
          <p:cNvPr id="626" name="Google Shape;626;p114"/>
          <p:cNvSpPr txBox="1">
            <a:spLocks noGrp="1"/>
          </p:cNvSpPr>
          <p:nvPr>
            <p:ph type="body" idx="1"/>
          </p:nvPr>
        </p:nvSpPr>
        <p:spPr>
          <a:xfrm>
            <a:off x="1319700" y="234425"/>
            <a:ext cx="10857900" cy="7929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400" b="1">
                <a:solidFill>
                  <a:schemeClr val="dk2"/>
                </a:solidFill>
              </a:rPr>
              <a:t>Task 3: Post Hoc Analysis</a:t>
            </a:r>
            <a:endParaRPr sz="4400" b="1">
              <a:solidFill>
                <a:schemeClr val="dk2"/>
              </a:solidFill>
            </a:endParaRPr>
          </a:p>
        </p:txBody>
      </p:sp>
      <p:pic>
        <p:nvPicPr>
          <p:cNvPr id="627" name="Google Shape;627;p114"/>
          <p:cNvPicPr preferRelativeResize="0"/>
          <p:nvPr/>
        </p:nvPicPr>
        <p:blipFill>
          <a:blip r:embed="rId3">
            <a:alphaModFix/>
          </a:blip>
          <a:stretch>
            <a:fillRect/>
          </a:stretch>
        </p:blipFill>
        <p:spPr>
          <a:xfrm>
            <a:off x="2169325" y="1027325"/>
            <a:ext cx="8640501" cy="5688575"/>
          </a:xfrm>
          <a:prstGeom prst="rect">
            <a:avLst/>
          </a:prstGeom>
          <a:solidFill>
            <a:schemeClr val="lt1"/>
          </a:solid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115"/>
          <p:cNvSpPr/>
          <p:nvPr/>
        </p:nvSpPr>
        <p:spPr>
          <a:xfrm>
            <a:off x="1227000" y="-8000"/>
            <a:ext cx="11043300" cy="6858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500">
              <a:latin typeface="Roboto"/>
              <a:ea typeface="Roboto"/>
              <a:cs typeface="Roboto"/>
              <a:sym typeface="Roboto"/>
            </a:endParaRPr>
          </a:p>
        </p:txBody>
      </p:sp>
      <p:sp>
        <p:nvSpPr>
          <p:cNvPr id="633" name="Google Shape;633;p115"/>
          <p:cNvSpPr txBox="1">
            <a:spLocks noGrp="1"/>
          </p:cNvSpPr>
          <p:nvPr>
            <p:ph type="body" idx="1"/>
          </p:nvPr>
        </p:nvSpPr>
        <p:spPr>
          <a:xfrm>
            <a:off x="1319700" y="234425"/>
            <a:ext cx="10857900" cy="7929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000"/>
              <a:buNone/>
            </a:pPr>
            <a:r>
              <a:rPr lang="en-US" sz="4400" b="1">
                <a:solidFill>
                  <a:schemeClr val="dk2"/>
                </a:solidFill>
              </a:rPr>
              <a:t>Task 3: Post Hoc Analysis</a:t>
            </a:r>
            <a:endParaRPr sz="4400" b="1">
              <a:solidFill>
                <a:schemeClr val="dk2"/>
              </a:solidFill>
            </a:endParaRPr>
          </a:p>
        </p:txBody>
      </p:sp>
      <p:pic>
        <p:nvPicPr>
          <p:cNvPr id="634" name="Google Shape;634;p115"/>
          <p:cNvPicPr preferRelativeResize="0"/>
          <p:nvPr/>
        </p:nvPicPr>
        <p:blipFill>
          <a:blip r:embed="rId3">
            <a:alphaModFix/>
          </a:blip>
          <a:stretch>
            <a:fillRect/>
          </a:stretch>
        </p:blipFill>
        <p:spPr>
          <a:xfrm>
            <a:off x="1921575" y="1027325"/>
            <a:ext cx="9361375" cy="5506599"/>
          </a:xfrm>
          <a:prstGeom prst="rect">
            <a:avLst/>
          </a:prstGeom>
          <a:solidFill>
            <a:schemeClr val="lt1"/>
          </a:solid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116"/>
          <p:cNvSpPr txBox="1">
            <a:spLocks noGrp="1"/>
          </p:cNvSpPr>
          <p:nvPr>
            <p:ph type="body" idx="1"/>
          </p:nvPr>
        </p:nvSpPr>
        <p:spPr>
          <a:xfrm>
            <a:off x="1654000" y="293850"/>
            <a:ext cx="9991200" cy="504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3200"/>
              <a:buNone/>
            </a:pPr>
            <a:r>
              <a:rPr lang="en-US" sz="4600"/>
              <a:t>Task 4: Quantile Regression</a:t>
            </a:r>
            <a:endParaRPr sz="4600"/>
          </a:p>
        </p:txBody>
      </p:sp>
      <p:sp>
        <p:nvSpPr>
          <p:cNvPr id="640" name="Google Shape;640;p116"/>
          <p:cNvSpPr txBox="1"/>
          <p:nvPr/>
        </p:nvSpPr>
        <p:spPr>
          <a:xfrm>
            <a:off x="1438350" y="1620725"/>
            <a:ext cx="10481400" cy="4417500"/>
          </a:xfrm>
          <a:prstGeom prst="rect">
            <a:avLst/>
          </a:prstGeom>
          <a:noFill/>
          <a:ln>
            <a:noFill/>
          </a:ln>
        </p:spPr>
        <p:txBody>
          <a:bodyPr spcFirstLastPara="1" wrap="square" lIns="91425" tIns="91425" rIns="91425" bIns="91425" anchor="t" anchorCtr="0">
            <a:spAutoFit/>
          </a:bodyPr>
          <a:lstStyle/>
          <a:p>
            <a:pPr marL="457200" lvl="0" indent="-387350" algn="l" rtl="0">
              <a:spcBef>
                <a:spcPts val="0"/>
              </a:spcBef>
              <a:spcAft>
                <a:spcPts val="0"/>
              </a:spcAft>
              <a:buClr>
                <a:schemeClr val="lt1"/>
              </a:buClr>
              <a:buSzPts val="2500"/>
              <a:buFont typeface="Roboto"/>
              <a:buChar char="●"/>
            </a:pPr>
            <a:r>
              <a:rPr lang="en-US" sz="2500">
                <a:solidFill>
                  <a:schemeClr val="lt1"/>
                </a:solidFill>
                <a:latin typeface="Roboto"/>
                <a:ea typeface="Roboto"/>
                <a:cs typeface="Roboto"/>
                <a:sym typeface="Roboto"/>
              </a:rPr>
              <a:t>Quantile regression provides a more thorough understanding of the relationship between variables by focusing on predicting multiple percentiles (quantiles) of the response variable rather than just the average response, as classical regression does.</a:t>
            </a:r>
            <a:endParaRPr sz="2500">
              <a:solidFill>
                <a:schemeClr val="lt1"/>
              </a:solidFill>
              <a:latin typeface="Roboto"/>
              <a:ea typeface="Roboto"/>
              <a:cs typeface="Roboto"/>
              <a:sym typeface="Roboto"/>
            </a:endParaRPr>
          </a:p>
          <a:p>
            <a:pPr marL="457200" lvl="0" indent="0" algn="l" rtl="0">
              <a:spcBef>
                <a:spcPts val="0"/>
              </a:spcBef>
              <a:spcAft>
                <a:spcPts val="0"/>
              </a:spcAft>
              <a:buNone/>
            </a:pPr>
            <a:endParaRPr sz="2500">
              <a:solidFill>
                <a:schemeClr val="lt1"/>
              </a:solidFill>
              <a:latin typeface="Roboto"/>
              <a:ea typeface="Roboto"/>
              <a:cs typeface="Roboto"/>
              <a:sym typeface="Roboto"/>
            </a:endParaRPr>
          </a:p>
          <a:p>
            <a:pPr marL="457200" lvl="0" indent="0" algn="l" rtl="0">
              <a:spcBef>
                <a:spcPts val="0"/>
              </a:spcBef>
              <a:spcAft>
                <a:spcPts val="0"/>
              </a:spcAft>
              <a:buNone/>
            </a:pPr>
            <a:endParaRPr sz="2500">
              <a:solidFill>
                <a:schemeClr val="lt1"/>
              </a:solidFill>
              <a:latin typeface="Roboto"/>
              <a:ea typeface="Roboto"/>
              <a:cs typeface="Roboto"/>
              <a:sym typeface="Roboto"/>
            </a:endParaRPr>
          </a:p>
          <a:p>
            <a:pPr marL="457200" lvl="0" indent="-387350" algn="l" rtl="0">
              <a:spcBef>
                <a:spcPts val="0"/>
              </a:spcBef>
              <a:spcAft>
                <a:spcPts val="0"/>
              </a:spcAft>
              <a:buClr>
                <a:schemeClr val="lt1"/>
              </a:buClr>
              <a:buSzPts val="2500"/>
              <a:buFont typeface="Roboto"/>
              <a:buChar char="●"/>
            </a:pPr>
            <a:r>
              <a:rPr lang="en-US" sz="2500">
                <a:solidFill>
                  <a:schemeClr val="lt1"/>
                </a:solidFill>
                <a:latin typeface="Roboto"/>
                <a:ea typeface="Roboto"/>
                <a:cs typeface="Roboto"/>
                <a:sym typeface="Roboto"/>
              </a:rPr>
              <a:t>Implemented quantile regression by first creating a repetitions column using the formula (sessionIndex-1)*50 + rep(sessionIndex-1)*50 + rep, representing the number of times a subject typed the password</a:t>
            </a:r>
            <a:endParaRPr sz="2500">
              <a:solidFill>
                <a:schemeClr val="lt1"/>
              </a:solidFill>
              <a:latin typeface="Roboto"/>
              <a:ea typeface="Roboto"/>
              <a:cs typeface="Roboto"/>
              <a:sym typeface="Roboto"/>
            </a:endParaRPr>
          </a:p>
          <a:p>
            <a:pPr marL="457200" lvl="0" indent="0" algn="l" rtl="0">
              <a:spcBef>
                <a:spcPts val="0"/>
              </a:spcBef>
              <a:spcAft>
                <a:spcPts val="0"/>
              </a:spcAft>
              <a:buNone/>
            </a:pPr>
            <a:endParaRPr sz="2500">
              <a:solidFill>
                <a:schemeClr val="lt1"/>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p117"/>
          <p:cNvSpPr txBox="1">
            <a:spLocks noGrp="1"/>
          </p:cNvSpPr>
          <p:nvPr>
            <p:ph type="body" idx="1"/>
          </p:nvPr>
        </p:nvSpPr>
        <p:spPr>
          <a:xfrm>
            <a:off x="1654000" y="293850"/>
            <a:ext cx="9991200" cy="504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3200"/>
              <a:buNone/>
            </a:pPr>
            <a:r>
              <a:rPr lang="en-US" sz="4600"/>
              <a:t>Task 4: Quantile Regression</a:t>
            </a:r>
            <a:endParaRPr sz="4600"/>
          </a:p>
        </p:txBody>
      </p:sp>
      <p:sp>
        <p:nvSpPr>
          <p:cNvPr id="646" name="Google Shape;646;p117"/>
          <p:cNvSpPr txBox="1"/>
          <p:nvPr/>
        </p:nvSpPr>
        <p:spPr>
          <a:xfrm>
            <a:off x="728650" y="1693525"/>
            <a:ext cx="10481400" cy="210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500">
              <a:solidFill>
                <a:schemeClr val="lt1"/>
              </a:solidFill>
              <a:latin typeface="Roboto"/>
              <a:ea typeface="Roboto"/>
              <a:cs typeface="Roboto"/>
              <a:sym typeface="Roboto"/>
            </a:endParaRPr>
          </a:p>
          <a:p>
            <a:pPr marL="457200" lvl="0" indent="-387350" algn="l" rtl="0">
              <a:spcBef>
                <a:spcPts val="0"/>
              </a:spcBef>
              <a:spcAft>
                <a:spcPts val="0"/>
              </a:spcAft>
              <a:buClr>
                <a:schemeClr val="lt1"/>
              </a:buClr>
              <a:buSzPts val="2500"/>
              <a:buFont typeface="Roboto"/>
              <a:buChar char="●"/>
            </a:pPr>
            <a:r>
              <a:rPr lang="en-US" sz="2500">
                <a:solidFill>
                  <a:schemeClr val="lt1"/>
                </a:solidFill>
                <a:latin typeface="Roboto"/>
                <a:ea typeface="Roboto"/>
                <a:cs typeface="Roboto"/>
                <a:sym typeface="Roboto"/>
              </a:rPr>
              <a:t>The model was defined using the formula total_time  ˜ns(repetitions, df = 3)total_time  ˜ns(repetitions, df = 3), and the non-linear quantile regression model was fitted using the \text{rqss} function with the specified quantile levels of 0.025, 0.25, 0.5, 0.75, and 0.975. </a:t>
            </a:r>
            <a:endParaRPr sz="2500">
              <a:solidFill>
                <a:schemeClr val="lt1"/>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18"/>
          <p:cNvSpPr txBox="1">
            <a:spLocks noGrp="1"/>
          </p:cNvSpPr>
          <p:nvPr>
            <p:ph type="body" idx="1"/>
          </p:nvPr>
        </p:nvSpPr>
        <p:spPr>
          <a:xfrm>
            <a:off x="1654000" y="293850"/>
            <a:ext cx="9991200" cy="504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3200"/>
              <a:buNone/>
            </a:pPr>
            <a:r>
              <a:rPr lang="en-US" sz="4600"/>
              <a:t>Task 4: Quantile Regression</a:t>
            </a:r>
            <a:endParaRPr sz="4600"/>
          </a:p>
        </p:txBody>
      </p:sp>
      <p:pic>
        <p:nvPicPr>
          <p:cNvPr id="652" name="Google Shape;652;p118"/>
          <p:cNvPicPr preferRelativeResize="0"/>
          <p:nvPr/>
        </p:nvPicPr>
        <p:blipFill>
          <a:blip r:embed="rId3">
            <a:alphaModFix/>
          </a:blip>
          <a:stretch>
            <a:fillRect/>
          </a:stretch>
        </p:blipFill>
        <p:spPr>
          <a:xfrm>
            <a:off x="1654000" y="1184000"/>
            <a:ext cx="9286875" cy="557222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119"/>
          <p:cNvSpPr txBox="1">
            <a:spLocks noGrp="1"/>
          </p:cNvSpPr>
          <p:nvPr>
            <p:ph type="body" idx="1"/>
          </p:nvPr>
        </p:nvSpPr>
        <p:spPr>
          <a:xfrm>
            <a:off x="1654000" y="293850"/>
            <a:ext cx="9991200" cy="504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3200"/>
              <a:buNone/>
            </a:pPr>
            <a:r>
              <a:rPr lang="en-US" sz="4600"/>
              <a:t>Task 4: Quantile Regression</a:t>
            </a:r>
            <a:endParaRPr sz="4600"/>
          </a:p>
        </p:txBody>
      </p:sp>
      <p:pic>
        <p:nvPicPr>
          <p:cNvPr id="658" name="Google Shape;658;p119"/>
          <p:cNvPicPr preferRelativeResize="0"/>
          <p:nvPr/>
        </p:nvPicPr>
        <p:blipFill>
          <a:blip r:embed="rId3">
            <a:alphaModFix/>
          </a:blip>
          <a:stretch>
            <a:fillRect/>
          </a:stretch>
        </p:blipFill>
        <p:spPr>
          <a:xfrm>
            <a:off x="1452575" y="1200150"/>
            <a:ext cx="9286875" cy="55157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120"/>
          <p:cNvSpPr txBox="1">
            <a:spLocks noGrp="1"/>
          </p:cNvSpPr>
          <p:nvPr>
            <p:ph type="body" idx="1"/>
          </p:nvPr>
        </p:nvSpPr>
        <p:spPr>
          <a:xfrm>
            <a:off x="1654000" y="293850"/>
            <a:ext cx="9991200" cy="504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3200"/>
              <a:buNone/>
            </a:pPr>
            <a:r>
              <a:rPr lang="en-US" sz="4600"/>
              <a:t>Task 4: Quantile Regression</a:t>
            </a:r>
            <a:endParaRPr sz="4600"/>
          </a:p>
        </p:txBody>
      </p:sp>
      <p:pic>
        <p:nvPicPr>
          <p:cNvPr id="664" name="Google Shape;664;p120"/>
          <p:cNvPicPr preferRelativeResize="0"/>
          <p:nvPr/>
        </p:nvPicPr>
        <p:blipFill>
          <a:blip r:embed="rId3">
            <a:alphaModFix/>
          </a:blip>
          <a:stretch>
            <a:fillRect/>
          </a:stretch>
        </p:blipFill>
        <p:spPr>
          <a:xfrm>
            <a:off x="1654000" y="1062675"/>
            <a:ext cx="9210401" cy="566794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sp>
        <p:nvSpPr>
          <p:cNvPr id="669" name="Google Shape;669;p121"/>
          <p:cNvSpPr txBox="1">
            <a:spLocks noGrp="1"/>
          </p:cNvSpPr>
          <p:nvPr>
            <p:ph type="body" idx="1"/>
          </p:nvPr>
        </p:nvSpPr>
        <p:spPr>
          <a:xfrm>
            <a:off x="1654000" y="293850"/>
            <a:ext cx="9991200" cy="504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3200"/>
              <a:buNone/>
            </a:pPr>
            <a:r>
              <a:rPr lang="en-US" sz="4600"/>
              <a:t>Task 4: Quantile Regression</a:t>
            </a:r>
            <a:endParaRPr sz="4600"/>
          </a:p>
        </p:txBody>
      </p:sp>
      <p:pic>
        <p:nvPicPr>
          <p:cNvPr id="670" name="Google Shape;670;p121"/>
          <p:cNvPicPr preferRelativeResize="0"/>
          <p:nvPr/>
        </p:nvPicPr>
        <p:blipFill>
          <a:blip r:embed="rId3">
            <a:alphaModFix/>
          </a:blip>
          <a:stretch>
            <a:fillRect/>
          </a:stretch>
        </p:blipFill>
        <p:spPr>
          <a:xfrm>
            <a:off x="1452575" y="1143000"/>
            <a:ext cx="9286875" cy="5518301"/>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122"/>
          <p:cNvSpPr txBox="1">
            <a:spLocks noGrp="1"/>
          </p:cNvSpPr>
          <p:nvPr>
            <p:ph type="body" idx="1"/>
          </p:nvPr>
        </p:nvSpPr>
        <p:spPr>
          <a:xfrm>
            <a:off x="1654000" y="293850"/>
            <a:ext cx="9991200" cy="504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3200"/>
              <a:buNone/>
            </a:pPr>
            <a:r>
              <a:rPr lang="en-US" sz="4600"/>
              <a:t>Task 4: Quantile Regression</a:t>
            </a:r>
            <a:endParaRPr sz="4600"/>
          </a:p>
        </p:txBody>
      </p:sp>
      <p:graphicFrame>
        <p:nvGraphicFramePr>
          <p:cNvPr id="676" name="Google Shape;676;p122"/>
          <p:cNvGraphicFramePr/>
          <p:nvPr/>
        </p:nvGraphicFramePr>
        <p:xfrm>
          <a:off x="770525" y="1438150"/>
          <a:ext cx="10287000" cy="1526814"/>
        </p:xfrm>
        <a:graphic>
          <a:graphicData uri="http://schemas.openxmlformats.org/drawingml/2006/table">
            <a:tbl>
              <a:tblPr>
                <a:noFill/>
                <a:tableStyleId>{F1C24661-C6C5-4E7F-A3B1-710D5E6E2BC4}</a:tableStyleId>
              </a:tblPr>
              <a:tblGrid>
                <a:gridCol w="2571750">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gridCol w="2571750">
                  <a:extLst>
                    <a:ext uri="{9D8B030D-6E8A-4147-A177-3AD203B41FA5}">
                      <a16:colId xmlns:a16="http://schemas.microsoft.com/office/drawing/2014/main" val="20002"/>
                    </a:ext>
                  </a:extLst>
                </a:gridCol>
                <a:gridCol w="2571750">
                  <a:extLst>
                    <a:ext uri="{9D8B030D-6E8A-4147-A177-3AD203B41FA5}">
                      <a16:colId xmlns:a16="http://schemas.microsoft.com/office/drawing/2014/main" val="20003"/>
                    </a:ext>
                  </a:extLst>
                </a:gridCol>
              </a:tblGrid>
              <a:tr h="381000">
                <a:tc gridSpan="4">
                  <a:txBody>
                    <a:bodyPr/>
                    <a:lstStyle/>
                    <a:p>
                      <a:pPr marL="0" lvl="0" indent="0" algn="l" rtl="0">
                        <a:lnSpc>
                          <a:spcPct val="115000"/>
                        </a:lnSpc>
                        <a:spcBef>
                          <a:spcPts val="1200"/>
                        </a:spcBef>
                        <a:spcAft>
                          <a:spcPts val="1200"/>
                        </a:spcAft>
                        <a:buNone/>
                      </a:pPr>
                      <a:r>
                        <a:rPr lang="en-US" sz="2500" b="1">
                          <a:latin typeface="Roboto"/>
                          <a:ea typeface="Roboto"/>
                          <a:cs typeface="Roboto"/>
                          <a:sym typeface="Roboto"/>
                        </a:rPr>
                        <a:t>Prediction for Subject s010</a:t>
                      </a:r>
                      <a:endParaRPr sz="2500" b="1">
                        <a:latin typeface="Roboto"/>
                        <a:ea typeface="Roboto"/>
                        <a:cs typeface="Roboto"/>
                        <a:sym typeface="Roboto"/>
                      </a:endParaRPr>
                    </a:p>
                  </a:txBody>
                  <a:tcPr marL="9525" marR="9525" marT="9525" marB="91425">
                    <a:lnL w="9350" cap="flat" cmpd="sng">
                      <a:solidFill>
                        <a:srgbClr val="000000"/>
                      </a:solidFill>
                      <a:prstDash val="solid"/>
                      <a:round/>
                      <a:headEnd type="none" w="sm" len="sm"/>
                      <a:tailEnd type="none" w="sm" len="sm"/>
                    </a:lnL>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81000">
                <a:tc>
                  <a:txBody>
                    <a:bodyPr/>
                    <a:lstStyle/>
                    <a:p>
                      <a:pPr marL="0" lvl="0" indent="0" algn="l" rtl="0">
                        <a:lnSpc>
                          <a:spcPct val="115000"/>
                        </a:lnSpc>
                        <a:spcBef>
                          <a:spcPts val="1200"/>
                        </a:spcBef>
                        <a:spcAft>
                          <a:spcPts val="1200"/>
                        </a:spcAft>
                        <a:buNone/>
                      </a:pPr>
                      <a:r>
                        <a:rPr lang="en-US" sz="2500" b="1">
                          <a:latin typeface="Roboto"/>
                          <a:ea typeface="Roboto"/>
                          <a:cs typeface="Roboto"/>
                          <a:sym typeface="Roboto"/>
                        </a:rPr>
                        <a:t>Quantile_level</a:t>
                      </a:r>
                      <a:endParaRPr sz="2500" b="1">
                        <a:latin typeface="Roboto"/>
                        <a:ea typeface="Roboto"/>
                        <a:cs typeface="Roboto"/>
                        <a:sym typeface="Roboto"/>
                      </a:endParaRPr>
                    </a:p>
                  </a:txBody>
                  <a:tcPr marL="9525" marR="9525" marT="95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1200"/>
                        </a:spcBef>
                        <a:spcAft>
                          <a:spcPts val="1200"/>
                        </a:spcAft>
                        <a:buNone/>
                      </a:pPr>
                      <a:r>
                        <a:rPr lang="en-US" sz="2500">
                          <a:latin typeface="Roboto"/>
                          <a:ea typeface="Roboto"/>
                          <a:cs typeface="Roboto"/>
                          <a:sym typeface="Roboto"/>
                        </a:rPr>
                        <a:t>2.5</a:t>
                      </a:r>
                      <a:endParaRPr sz="2500">
                        <a:latin typeface="Roboto"/>
                        <a:ea typeface="Roboto"/>
                        <a:cs typeface="Roboto"/>
                        <a:sym typeface="Roboto"/>
                      </a:endParaRPr>
                    </a:p>
                  </a:txBody>
                  <a:tcPr marL="9525" marR="9525" marT="95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1200"/>
                        </a:spcBef>
                        <a:spcAft>
                          <a:spcPts val="1200"/>
                        </a:spcAft>
                        <a:buNone/>
                      </a:pPr>
                      <a:r>
                        <a:rPr lang="en-US" sz="2500">
                          <a:latin typeface="Roboto"/>
                          <a:ea typeface="Roboto"/>
                          <a:cs typeface="Roboto"/>
                          <a:sym typeface="Roboto"/>
                        </a:rPr>
                        <a:t>25</a:t>
                      </a:r>
                      <a:endParaRPr sz="2500">
                        <a:latin typeface="Roboto"/>
                        <a:ea typeface="Roboto"/>
                        <a:cs typeface="Roboto"/>
                        <a:sym typeface="Roboto"/>
                      </a:endParaRPr>
                    </a:p>
                  </a:txBody>
                  <a:tcPr marL="9525" marR="9525" marT="95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1200"/>
                        </a:spcBef>
                        <a:spcAft>
                          <a:spcPts val="1200"/>
                        </a:spcAft>
                        <a:buNone/>
                      </a:pPr>
                      <a:r>
                        <a:rPr lang="en-US" sz="2500">
                          <a:latin typeface="Roboto"/>
                          <a:ea typeface="Roboto"/>
                          <a:cs typeface="Roboto"/>
                          <a:sym typeface="Roboto"/>
                        </a:rPr>
                        <a:t>50</a:t>
                      </a:r>
                      <a:endParaRPr sz="2500">
                        <a:latin typeface="Roboto"/>
                        <a:ea typeface="Roboto"/>
                        <a:cs typeface="Roboto"/>
                        <a:sym typeface="Roboto"/>
                      </a:endParaRPr>
                    </a:p>
                  </a:txBody>
                  <a:tcPr marL="9525" marR="9525" marT="95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81000">
                <a:tc>
                  <a:txBody>
                    <a:bodyPr/>
                    <a:lstStyle/>
                    <a:p>
                      <a:pPr marL="0" lvl="0" indent="0" algn="l" rtl="0">
                        <a:lnSpc>
                          <a:spcPct val="115000"/>
                        </a:lnSpc>
                        <a:spcBef>
                          <a:spcPts val="1200"/>
                        </a:spcBef>
                        <a:spcAft>
                          <a:spcPts val="1200"/>
                        </a:spcAft>
                        <a:buNone/>
                      </a:pPr>
                      <a:r>
                        <a:rPr lang="en-US" sz="2500" b="1">
                          <a:latin typeface="Roboto"/>
                          <a:ea typeface="Roboto"/>
                          <a:cs typeface="Roboto"/>
                          <a:sym typeface="Roboto"/>
                        </a:rPr>
                        <a:t>Prediction</a:t>
                      </a:r>
                      <a:endParaRPr sz="2500" b="1">
                        <a:latin typeface="Roboto"/>
                        <a:ea typeface="Roboto"/>
                        <a:cs typeface="Roboto"/>
                        <a:sym typeface="Roboto"/>
                      </a:endParaRPr>
                    </a:p>
                  </a:txBody>
                  <a:tcPr marL="9525" marR="9525" marT="95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1200"/>
                        </a:spcBef>
                        <a:spcAft>
                          <a:spcPts val="1200"/>
                        </a:spcAft>
                        <a:buNone/>
                      </a:pPr>
                      <a:r>
                        <a:rPr lang="en-US" sz="2500">
                          <a:latin typeface="Roboto"/>
                          <a:ea typeface="Roboto"/>
                          <a:cs typeface="Roboto"/>
                          <a:sym typeface="Roboto"/>
                        </a:rPr>
                        <a:t>2.7424</a:t>
                      </a:r>
                      <a:endParaRPr sz="2500">
                        <a:latin typeface="Roboto"/>
                        <a:ea typeface="Roboto"/>
                        <a:cs typeface="Roboto"/>
                        <a:sym typeface="Roboto"/>
                      </a:endParaRPr>
                    </a:p>
                  </a:txBody>
                  <a:tcPr marL="9525" marR="9525" marT="95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1200"/>
                        </a:spcBef>
                        <a:spcAft>
                          <a:spcPts val="1200"/>
                        </a:spcAft>
                        <a:buNone/>
                      </a:pPr>
                      <a:r>
                        <a:rPr lang="en-US" sz="2500">
                          <a:latin typeface="Roboto"/>
                          <a:ea typeface="Roboto"/>
                          <a:cs typeface="Roboto"/>
                          <a:sym typeface="Roboto"/>
                        </a:rPr>
                        <a:t>2.964035</a:t>
                      </a:r>
                      <a:endParaRPr sz="2500">
                        <a:latin typeface="Roboto"/>
                        <a:ea typeface="Roboto"/>
                        <a:cs typeface="Roboto"/>
                        <a:sym typeface="Roboto"/>
                      </a:endParaRPr>
                    </a:p>
                  </a:txBody>
                  <a:tcPr marL="9525" marR="9525" marT="95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1200"/>
                        </a:spcBef>
                        <a:spcAft>
                          <a:spcPts val="1200"/>
                        </a:spcAft>
                        <a:buNone/>
                      </a:pPr>
                      <a:r>
                        <a:rPr lang="en-US" sz="2500">
                          <a:latin typeface="Roboto"/>
                          <a:ea typeface="Roboto"/>
                          <a:cs typeface="Roboto"/>
                          <a:sym typeface="Roboto"/>
                        </a:rPr>
                        <a:t>3.0658</a:t>
                      </a:r>
                      <a:endParaRPr sz="2500">
                        <a:latin typeface="Roboto"/>
                        <a:ea typeface="Roboto"/>
                        <a:cs typeface="Roboto"/>
                        <a:sym typeface="Roboto"/>
                      </a:endParaRPr>
                    </a:p>
                  </a:txBody>
                  <a:tcPr marL="9525" marR="9525" marT="95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graphicFrame>
        <p:nvGraphicFramePr>
          <p:cNvPr id="677" name="Google Shape;677;p122"/>
          <p:cNvGraphicFramePr/>
          <p:nvPr/>
        </p:nvGraphicFramePr>
        <p:xfrm>
          <a:off x="770525" y="3111125"/>
          <a:ext cx="10287000" cy="1526814"/>
        </p:xfrm>
        <a:graphic>
          <a:graphicData uri="http://schemas.openxmlformats.org/drawingml/2006/table">
            <a:tbl>
              <a:tblPr>
                <a:noFill/>
                <a:tableStyleId>{F1C24661-C6C5-4E7F-A3B1-710D5E6E2BC4}</a:tableStyleId>
              </a:tblPr>
              <a:tblGrid>
                <a:gridCol w="2571750">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gridCol w="2571750">
                  <a:extLst>
                    <a:ext uri="{9D8B030D-6E8A-4147-A177-3AD203B41FA5}">
                      <a16:colId xmlns:a16="http://schemas.microsoft.com/office/drawing/2014/main" val="20002"/>
                    </a:ext>
                  </a:extLst>
                </a:gridCol>
                <a:gridCol w="2571750">
                  <a:extLst>
                    <a:ext uri="{9D8B030D-6E8A-4147-A177-3AD203B41FA5}">
                      <a16:colId xmlns:a16="http://schemas.microsoft.com/office/drawing/2014/main" val="20003"/>
                    </a:ext>
                  </a:extLst>
                </a:gridCol>
              </a:tblGrid>
              <a:tr h="152400">
                <a:tc gridSpan="4">
                  <a:txBody>
                    <a:bodyPr/>
                    <a:lstStyle/>
                    <a:p>
                      <a:pPr marL="0" lvl="0" indent="0" algn="l" rtl="0">
                        <a:lnSpc>
                          <a:spcPct val="115000"/>
                        </a:lnSpc>
                        <a:spcBef>
                          <a:spcPts val="1200"/>
                        </a:spcBef>
                        <a:spcAft>
                          <a:spcPts val="1200"/>
                        </a:spcAft>
                        <a:buNone/>
                      </a:pPr>
                      <a:r>
                        <a:rPr lang="en-US" sz="2500" b="1">
                          <a:latin typeface="Roboto"/>
                          <a:ea typeface="Roboto"/>
                          <a:cs typeface="Roboto"/>
                          <a:sym typeface="Roboto"/>
                        </a:rPr>
                        <a:t>Prediction for Subject s002</a:t>
                      </a:r>
                      <a:endParaRPr sz="2500" b="1">
                        <a:latin typeface="Roboto"/>
                        <a:ea typeface="Roboto"/>
                        <a:cs typeface="Roboto"/>
                        <a:sym typeface="Roboto"/>
                      </a:endParaRPr>
                    </a:p>
                  </a:txBody>
                  <a:tcPr marL="9525" marR="9525" marT="9525" marB="91425">
                    <a:lnL w="9350" cap="flat" cmpd="sng">
                      <a:solidFill>
                        <a:srgbClr val="000000"/>
                      </a:solidFill>
                      <a:prstDash val="solid"/>
                      <a:round/>
                      <a:headEnd type="none" w="sm" len="sm"/>
                      <a:tailEnd type="none" w="sm" len="sm"/>
                    </a:lnL>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81000">
                <a:tc>
                  <a:txBody>
                    <a:bodyPr/>
                    <a:lstStyle/>
                    <a:p>
                      <a:pPr marL="0" lvl="0" indent="0" algn="l" rtl="0">
                        <a:lnSpc>
                          <a:spcPct val="115000"/>
                        </a:lnSpc>
                        <a:spcBef>
                          <a:spcPts val="1200"/>
                        </a:spcBef>
                        <a:spcAft>
                          <a:spcPts val="1200"/>
                        </a:spcAft>
                        <a:buNone/>
                      </a:pPr>
                      <a:r>
                        <a:rPr lang="en-US" sz="2500" b="1">
                          <a:latin typeface="Roboto"/>
                          <a:ea typeface="Roboto"/>
                          <a:cs typeface="Roboto"/>
                          <a:sym typeface="Roboto"/>
                        </a:rPr>
                        <a:t>Quantile_level</a:t>
                      </a:r>
                      <a:endParaRPr sz="2500" b="1">
                        <a:latin typeface="Roboto"/>
                        <a:ea typeface="Roboto"/>
                        <a:cs typeface="Roboto"/>
                        <a:sym typeface="Roboto"/>
                      </a:endParaRPr>
                    </a:p>
                  </a:txBody>
                  <a:tcPr marL="9525" marR="9525" marT="95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1200"/>
                        </a:spcBef>
                        <a:spcAft>
                          <a:spcPts val="0"/>
                        </a:spcAft>
                        <a:buNone/>
                      </a:pPr>
                      <a:r>
                        <a:rPr lang="en-US" sz="2500">
                          <a:latin typeface="Roboto"/>
                          <a:ea typeface="Roboto"/>
                          <a:cs typeface="Roboto"/>
                          <a:sym typeface="Roboto"/>
                        </a:rPr>
                        <a:t>2.5</a:t>
                      </a:r>
                      <a:endParaRPr sz="2500">
                        <a:latin typeface="Roboto"/>
                        <a:ea typeface="Roboto"/>
                        <a:cs typeface="Roboto"/>
                        <a:sym typeface="Roboto"/>
                      </a:endParaRPr>
                    </a:p>
                  </a:txBody>
                  <a:tcPr marL="9525" marR="9525" marT="95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1200"/>
                        </a:spcBef>
                        <a:spcAft>
                          <a:spcPts val="0"/>
                        </a:spcAft>
                        <a:buNone/>
                      </a:pPr>
                      <a:r>
                        <a:rPr lang="en-US" sz="2500">
                          <a:latin typeface="Roboto"/>
                          <a:ea typeface="Roboto"/>
                          <a:cs typeface="Roboto"/>
                          <a:sym typeface="Roboto"/>
                        </a:rPr>
                        <a:t>25</a:t>
                      </a:r>
                      <a:endParaRPr sz="2500">
                        <a:latin typeface="Roboto"/>
                        <a:ea typeface="Roboto"/>
                        <a:cs typeface="Roboto"/>
                        <a:sym typeface="Roboto"/>
                      </a:endParaRPr>
                    </a:p>
                  </a:txBody>
                  <a:tcPr marL="9525" marR="9525" marT="95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1200"/>
                        </a:spcBef>
                        <a:spcAft>
                          <a:spcPts val="0"/>
                        </a:spcAft>
                        <a:buNone/>
                      </a:pPr>
                      <a:r>
                        <a:rPr lang="en-US" sz="2500">
                          <a:latin typeface="Roboto"/>
                          <a:ea typeface="Roboto"/>
                          <a:cs typeface="Roboto"/>
                          <a:sym typeface="Roboto"/>
                        </a:rPr>
                        <a:t>50</a:t>
                      </a:r>
                      <a:endParaRPr sz="2500">
                        <a:latin typeface="Roboto"/>
                        <a:ea typeface="Roboto"/>
                        <a:cs typeface="Roboto"/>
                        <a:sym typeface="Roboto"/>
                      </a:endParaRPr>
                    </a:p>
                  </a:txBody>
                  <a:tcPr marL="9525" marR="9525" marT="95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81000">
                <a:tc>
                  <a:txBody>
                    <a:bodyPr/>
                    <a:lstStyle/>
                    <a:p>
                      <a:pPr marL="0" lvl="0" indent="0" algn="l" rtl="0">
                        <a:lnSpc>
                          <a:spcPct val="115000"/>
                        </a:lnSpc>
                        <a:spcBef>
                          <a:spcPts val="1200"/>
                        </a:spcBef>
                        <a:spcAft>
                          <a:spcPts val="1200"/>
                        </a:spcAft>
                        <a:buNone/>
                      </a:pPr>
                      <a:r>
                        <a:rPr lang="en-US" sz="2500" b="1">
                          <a:latin typeface="Roboto"/>
                          <a:ea typeface="Roboto"/>
                          <a:cs typeface="Roboto"/>
                          <a:sym typeface="Roboto"/>
                        </a:rPr>
                        <a:t>Prediction</a:t>
                      </a:r>
                      <a:endParaRPr sz="2500" b="1">
                        <a:latin typeface="Roboto"/>
                        <a:ea typeface="Roboto"/>
                        <a:cs typeface="Roboto"/>
                        <a:sym typeface="Roboto"/>
                      </a:endParaRPr>
                    </a:p>
                  </a:txBody>
                  <a:tcPr marL="9525" marR="9525" marT="95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1200"/>
                        </a:spcBef>
                        <a:spcAft>
                          <a:spcPts val="0"/>
                        </a:spcAft>
                        <a:buNone/>
                      </a:pPr>
                      <a:r>
                        <a:rPr lang="en-US" sz="2500">
                          <a:latin typeface="Roboto"/>
                          <a:ea typeface="Roboto"/>
                          <a:cs typeface="Roboto"/>
                          <a:sym typeface="Roboto"/>
                        </a:rPr>
                        <a:t>3.3584</a:t>
                      </a:r>
                      <a:endParaRPr sz="2500">
                        <a:latin typeface="Roboto"/>
                        <a:ea typeface="Roboto"/>
                        <a:cs typeface="Roboto"/>
                        <a:sym typeface="Roboto"/>
                      </a:endParaRPr>
                    </a:p>
                  </a:txBody>
                  <a:tcPr marL="9525" marR="9525" marT="95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1200"/>
                        </a:spcBef>
                        <a:spcAft>
                          <a:spcPts val="0"/>
                        </a:spcAft>
                        <a:buNone/>
                      </a:pPr>
                      <a:r>
                        <a:rPr lang="en-US" sz="2500">
                          <a:latin typeface="Roboto"/>
                          <a:ea typeface="Roboto"/>
                          <a:cs typeface="Roboto"/>
                          <a:sym typeface="Roboto"/>
                        </a:rPr>
                        <a:t>3.662085</a:t>
                      </a:r>
                      <a:endParaRPr sz="2500">
                        <a:latin typeface="Roboto"/>
                        <a:ea typeface="Roboto"/>
                        <a:cs typeface="Roboto"/>
                        <a:sym typeface="Roboto"/>
                      </a:endParaRPr>
                    </a:p>
                  </a:txBody>
                  <a:tcPr marL="9525" marR="9525" marT="95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1200"/>
                        </a:spcBef>
                        <a:spcAft>
                          <a:spcPts val="0"/>
                        </a:spcAft>
                        <a:buNone/>
                      </a:pPr>
                      <a:r>
                        <a:rPr lang="en-US" sz="2500">
                          <a:latin typeface="Roboto"/>
                          <a:ea typeface="Roboto"/>
                          <a:cs typeface="Roboto"/>
                          <a:sym typeface="Roboto"/>
                        </a:rPr>
                        <a:t>3.8851</a:t>
                      </a:r>
                      <a:endParaRPr sz="2500">
                        <a:latin typeface="Roboto"/>
                        <a:ea typeface="Roboto"/>
                        <a:cs typeface="Roboto"/>
                        <a:sym typeface="Roboto"/>
                      </a:endParaRPr>
                    </a:p>
                  </a:txBody>
                  <a:tcPr marL="9525" marR="9525" marT="95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graphicFrame>
        <p:nvGraphicFramePr>
          <p:cNvPr id="678" name="Google Shape;678;p122"/>
          <p:cNvGraphicFramePr/>
          <p:nvPr/>
        </p:nvGraphicFramePr>
        <p:xfrm>
          <a:off x="770525" y="4864875"/>
          <a:ext cx="10287000" cy="1526814"/>
        </p:xfrm>
        <a:graphic>
          <a:graphicData uri="http://schemas.openxmlformats.org/drawingml/2006/table">
            <a:tbl>
              <a:tblPr>
                <a:noFill/>
                <a:tableStyleId>{F1C24661-C6C5-4E7F-A3B1-710D5E6E2BC4}</a:tableStyleId>
              </a:tblPr>
              <a:tblGrid>
                <a:gridCol w="2571750">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gridCol w="2571750">
                  <a:extLst>
                    <a:ext uri="{9D8B030D-6E8A-4147-A177-3AD203B41FA5}">
                      <a16:colId xmlns:a16="http://schemas.microsoft.com/office/drawing/2014/main" val="20002"/>
                    </a:ext>
                  </a:extLst>
                </a:gridCol>
                <a:gridCol w="2571750">
                  <a:extLst>
                    <a:ext uri="{9D8B030D-6E8A-4147-A177-3AD203B41FA5}">
                      <a16:colId xmlns:a16="http://schemas.microsoft.com/office/drawing/2014/main" val="20003"/>
                    </a:ext>
                  </a:extLst>
                </a:gridCol>
              </a:tblGrid>
              <a:tr h="152400">
                <a:tc gridSpan="4">
                  <a:txBody>
                    <a:bodyPr/>
                    <a:lstStyle/>
                    <a:p>
                      <a:pPr marL="0" lvl="0" indent="0" algn="l" rtl="0">
                        <a:lnSpc>
                          <a:spcPct val="115000"/>
                        </a:lnSpc>
                        <a:spcBef>
                          <a:spcPts val="1200"/>
                        </a:spcBef>
                        <a:spcAft>
                          <a:spcPts val="1200"/>
                        </a:spcAft>
                        <a:buNone/>
                      </a:pPr>
                      <a:r>
                        <a:rPr lang="en-US" sz="2500" b="1">
                          <a:latin typeface="Roboto"/>
                          <a:ea typeface="Roboto"/>
                          <a:cs typeface="Roboto"/>
                          <a:sym typeface="Roboto"/>
                        </a:rPr>
                        <a:t>Prediction for Subject s036</a:t>
                      </a:r>
                      <a:endParaRPr sz="2500" b="1">
                        <a:latin typeface="Roboto"/>
                        <a:ea typeface="Roboto"/>
                        <a:cs typeface="Roboto"/>
                        <a:sym typeface="Roboto"/>
                      </a:endParaRPr>
                    </a:p>
                  </a:txBody>
                  <a:tcPr marL="9525" marR="9525" marT="9525" marB="91425">
                    <a:lnL w="9350" cap="flat" cmpd="sng">
                      <a:solidFill>
                        <a:srgbClr val="000000"/>
                      </a:solidFill>
                      <a:prstDash val="solid"/>
                      <a:round/>
                      <a:headEnd type="none" w="sm" len="sm"/>
                      <a:tailEnd type="none" w="sm" len="sm"/>
                    </a:lnL>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81000">
                <a:tc>
                  <a:txBody>
                    <a:bodyPr/>
                    <a:lstStyle/>
                    <a:p>
                      <a:pPr marL="0" lvl="0" indent="0" algn="l" rtl="0">
                        <a:lnSpc>
                          <a:spcPct val="115000"/>
                        </a:lnSpc>
                        <a:spcBef>
                          <a:spcPts val="1200"/>
                        </a:spcBef>
                        <a:spcAft>
                          <a:spcPts val="1200"/>
                        </a:spcAft>
                        <a:buNone/>
                      </a:pPr>
                      <a:r>
                        <a:rPr lang="en-US" sz="2500" b="1">
                          <a:latin typeface="Roboto"/>
                          <a:ea typeface="Roboto"/>
                          <a:cs typeface="Roboto"/>
                          <a:sym typeface="Roboto"/>
                        </a:rPr>
                        <a:t>Quantile_level</a:t>
                      </a:r>
                      <a:endParaRPr sz="2500" b="1">
                        <a:latin typeface="Roboto"/>
                        <a:ea typeface="Roboto"/>
                        <a:cs typeface="Roboto"/>
                        <a:sym typeface="Roboto"/>
                      </a:endParaRPr>
                    </a:p>
                  </a:txBody>
                  <a:tcPr marL="9525" marR="9525" marT="95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1200"/>
                        </a:spcBef>
                        <a:spcAft>
                          <a:spcPts val="1200"/>
                        </a:spcAft>
                        <a:buNone/>
                      </a:pPr>
                      <a:r>
                        <a:rPr lang="en-US" sz="2500">
                          <a:latin typeface="Roboto"/>
                          <a:ea typeface="Roboto"/>
                          <a:cs typeface="Roboto"/>
                          <a:sym typeface="Roboto"/>
                        </a:rPr>
                        <a:t>2.5</a:t>
                      </a:r>
                      <a:endParaRPr sz="2500">
                        <a:latin typeface="Roboto"/>
                        <a:ea typeface="Roboto"/>
                        <a:cs typeface="Roboto"/>
                        <a:sym typeface="Roboto"/>
                      </a:endParaRPr>
                    </a:p>
                  </a:txBody>
                  <a:tcPr marL="9525" marR="9525" marT="95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1200"/>
                        </a:spcBef>
                        <a:spcAft>
                          <a:spcPts val="1200"/>
                        </a:spcAft>
                        <a:buNone/>
                      </a:pPr>
                      <a:r>
                        <a:rPr lang="en-US" sz="2500">
                          <a:latin typeface="Roboto"/>
                          <a:ea typeface="Roboto"/>
                          <a:cs typeface="Roboto"/>
                          <a:sym typeface="Roboto"/>
                        </a:rPr>
                        <a:t>25</a:t>
                      </a:r>
                      <a:endParaRPr sz="2500">
                        <a:latin typeface="Roboto"/>
                        <a:ea typeface="Roboto"/>
                        <a:cs typeface="Roboto"/>
                        <a:sym typeface="Roboto"/>
                      </a:endParaRPr>
                    </a:p>
                  </a:txBody>
                  <a:tcPr marL="9525" marR="9525" marT="95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1200"/>
                        </a:spcBef>
                        <a:spcAft>
                          <a:spcPts val="1200"/>
                        </a:spcAft>
                        <a:buNone/>
                      </a:pPr>
                      <a:r>
                        <a:rPr lang="en-US" sz="2500">
                          <a:latin typeface="Roboto"/>
                          <a:ea typeface="Roboto"/>
                          <a:cs typeface="Roboto"/>
                          <a:sym typeface="Roboto"/>
                        </a:rPr>
                        <a:t>50</a:t>
                      </a:r>
                      <a:endParaRPr sz="2500">
                        <a:latin typeface="Roboto"/>
                        <a:ea typeface="Roboto"/>
                        <a:cs typeface="Roboto"/>
                        <a:sym typeface="Roboto"/>
                      </a:endParaRPr>
                    </a:p>
                  </a:txBody>
                  <a:tcPr marL="9525" marR="9525" marT="95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81000">
                <a:tc>
                  <a:txBody>
                    <a:bodyPr/>
                    <a:lstStyle/>
                    <a:p>
                      <a:pPr marL="0" lvl="0" indent="0" algn="l" rtl="0">
                        <a:lnSpc>
                          <a:spcPct val="115000"/>
                        </a:lnSpc>
                        <a:spcBef>
                          <a:spcPts val="1200"/>
                        </a:spcBef>
                        <a:spcAft>
                          <a:spcPts val="1200"/>
                        </a:spcAft>
                        <a:buNone/>
                      </a:pPr>
                      <a:r>
                        <a:rPr lang="en-US" sz="2500" b="1">
                          <a:latin typeface="Roboto"/>
                          <a:ea typeface="Roboto"/>
                          <a:cs typeface="Roboto"/>
                          <a:sym typeface="Roboto"/>
                        </a:rPr>
                        <a:t>Prediction</a:t>
                      </a:r>
                      <a:endParaRPr sz="2500" b="1">
                        <a:latin typeface="Roboto"/>
                        <a:ea typeface="Roboto"/>
                        <a:cs typeface="Roboto"/>
                        <a:sym typeface="Roboto"/>
                      </a:endParaRPr>
                    </a:p>
                  </a:txBody>
                  <a:tcPr marL="9525" marR="9525" marT="95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1200"/>
                        </a:spcBef>
                        <a:spcAft>
                          <a:spcPts val="0"/>
                        </a:spcAft>
                        <a:buNone/>
                      </a:pPr>
                      <a:r>
                        <a:rPr lang="en-US" sz="2500">
                          <a:latin typeface="Roboto"/>
                          <a:ea typeface="Roboto"/>
                          <a:cs typeface="Roboto"/>
                          <a:sym typeface="Roboto"/>
                        </a:rPr>
                        <a:t>7.1906</a:t>
                      </a:r>
                      <a:endParaRPr sz="2500">
                        <a:latin typeface="Roboto"/>
                        <a:ea typeface="Roboto"/>
                        <a:cs typeface="Roboto"/>
                        <a:sym typeface="Roboto"/>
                      </a:endParaRPr>
                    </a:p>
                  </a:txBody>
                  <a:tcPr marL="9525" marR="9525" marT="95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1200"/>
                        </a:spcBef>
                        <a:spcAft>
                          <a:spcPts val="0"/>
                        </a:spcAft>
                        <a:buNone/>
                      </a:pPr>
                      <a:r>
                        <a:rPr lang="en-US" sz="2500">
                          <a:latin typeface="Roboto"/>
                          <a:ea typeface="Roboto"/>
                          <a:cs typeface="Roboto"/>
                          <a:sym typeface="Roboto"/>
                        </a:rPr>
                        <a:t>8.605796</a:t>
                      </a:r>
                      <a:endParaRPr sz="2500">
                        <a:latin typeface="Roboto"/>
                        <a:ea typeface="Roboto"/>
                        <a:cs typeface="Roboto"/>
                        <a:sym typeface="Roboto"/>
                      </a:endParaRPr>
                    </a:p>
                  </a:txBody>
                  <a:tcPr marL="9525" marR="9525" marT="95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solidFill>
                      <a:srgbClr val="FFFFFF"/>
                    </a:solidFill>
                  </a:tcPr>
                </a:tc>
                <a:tc>
                  <a:txBody>
                    <a:bodyPr/>
                    <a:lstStyle/>
                    <a:p>
                      <a:pPr marL="0" lvl="0" indent="0" algn="l" rtl="0">
                        <a:lnSpc>
                          <a:spcPct val="115000"/>
                        </a:lnSpc>
                        <a:spcBef>
                          <a:spcPts val="1200"/>
                        </a:spcBef>
                        <a:spcAft>
                          <a:spcPts val="0"/>
                        </a:spcAft>
                        <a:buNone/>
                      </a:pPr>
                      <a:r>
                        <a:rPr lang="en-US" sz="2500">
                          <a:latin typeface="Roboto"/>
                          <a:ea typeface="Roboto"/>
                          <a:cs typeface="Roboto"/>
                          <a:sym typeface="Roboto"/>
                        </a:rPr>
                        <a:t>9.0736</a:t>
                      </a:r>
                      <a:endParaRPr sz="2500">
                        <a:latin typeface="Roboto"/>
                        <a:ea typeface="Roboto"/>
                        <a:cs typeface="Roboto"/>
                        <a:sym typeface="Roboto"/>
                      </a:endParaRPr>
                    </a:p>
                  </a:txBody>
                  <a:tcPr marL="9525" marR="9525" marT="9525" marB="91425">
                    <a:lnL w="9350" cap="flat" cmpd="sng">
                      <a:solidFill>
                        <a:srgbClr val="000000"/>
                      </a:solidFill>
                      <a:prstDash val="solid"/>
                      <a:round/>
                      <a:headEnd type="none" w="sm" len="sm"/>
                      <a:tailEnd type="none" w="sm" len="sm"/>
                    </a:lnL>
                    <a:lnR w="9350" cap="flat" cmpd="sng">
                      <a:solidFill>
                        <a:srgbClr val="000000"/>
                      </a:solidFill>
                      <a:prstDash val="solid"/>
                      <a:round/>
                      <a:headEnd type="none" w="sm" len="sm"/>
                      <a:tailEnd type="none" w="sm" len="sm"/>
                    </a:lnR>
                    <a:lnT w="9350" cap="flat" cmpd="sng">
                      <a:solidFill>
                        <a:srgbClr val="000000"/>
                      </a:solidFill>
                      <a:prstDash val="solid"/>
                      <a:round/>
                      <a:headEnd type="none" w="sm" len="sm"/>
                      <a:tailEnd type="none" w="sm" len="sm"/>
                    </a:lnT>
                    <a:lnB w="93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123"/>
          <p:cNvSpPr txBox="1">
            <a:spLocks noGrp="1"/>
          </p:cNvSpPr>
          <p:nvPr>
            <p:ph type="body" idx="1"/>
          </p:nvPr>
        </p:nvSpPr>
        <p:spPr>
          <a:xfrm>
            <a:off x="1654000" y="293850"/>
            <a:ext cx="9991200" cy="504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3200"/>
              <a:buNone/>
            </a:pPr>
            <a:r>
              <a:rPr lang="en-US" sz="4600"/>
              <a:t>Conclusion</a:t>
            </a:r>
            <a:endParaRPr sz="4600"/>
          </a:p>
        </p:txBody>
      </p:sp>
      <p:sp>
        <p:nvSpPr>
          <p:cNvPr id="684" name="Google Shape;684;p123"/>
          <p:cNvSpPr txBox="1"/>
          <p:nvPr/>
        </p:nvSpPr>
        <p:spPr>
          <a:xfrm>
            <a:off x="1150950" y="1135725"/>
            <a:ext cx="9890100" cy="3713100"/>
          </a:xfrm>
          <a:prstGeom prst="rect">
            <a:avLst/>
          </a:prstGeom>
          <a:noFill/>
          <a:ln>
            <a:noFill/>
          </a:ln>
        </p:spPr>
        <p:txBody>
          <a:bodyPr spcFirstLastPara="1" wrap="square" lIns="91425" tIns="91425" rIns="91425" bIns="91425" anchor="t" anchorCtr="0">
            <a:noAutofit/>
          </a:bodyPr>
          <a:lstStyle/>
          <a:p>
            <a:pPr marL="457200" lvl="0" indent="-387350" algn="l" rtl="0">
              <a:lnSpc>
                <a:spcPct val="115000"/>
              </a:lnSpc>
              <a:spcBef>
                <a:spcPts val="1200"/>
              </a:spcBef>
              <a:spcAft>
                <a:spcPts val="0"/>
              </a:spcAft>
              <a:buClr>
                <a:schemeClr val="lt1"/>
              </a:buClr>
              <a:buSzPts val="2500"/>
              <a:buFont typeface="Roboto"/>
              <a:buChar char="●"/>
            </a:pPr>
            <a:r>
              <a:rPr lang="en-US" sz="2500">
                <a:solidFill>
                  <a:schemeClr val="lt1"/>
                </a:solidFill>
                <a:latin typeface="Roboto"/>
                <a:ea typeface="Roboto"/>
                <a:cs typeface="Roboto"/>
                <a:sym typeface="Roboto"/>
              </a:rPr>
              <a:t>Typing dynamics, encompassing key holding and interaction times, were identified as crucial metrics for understanding password entry behavior.</a:t>
            </a:r>
            <a:endParaRPr sz="2500">
              <a:solidFill>
                <a:schemeClr val="lt1"/>
              </a:solidFill>
              <a:latin typeface="Roboto"/>
              <a:ea typeface="Roboto"/>
              <a:cs typeface="Roboto"/>
              <a:sym typeface="Roboto"/>
            </a:endParaRPr>
          </a:p>
          <a:p>
            <a:pPr marL="457200" lvl="0" indent="-387350" algn="l" rtl="0">
              <a:lnSpc>
                <a:spcPct val="115000"/>
              </a:lnSpc>
              <a:spcBef>
                <a:spcPts val="0"/>
              </a:spcBef>
              <a:spcAft>
                <a:spcPts val="0"/>
              </a:spcAft>
              <a:buClr>
                <a:schemeClr val="lt1"/>
              </a:buClr>
              <a:buSzPts val="2500"/>
              <a:buFont typeface="Roboto"/>
              <a:buChar char="●"/>
            </a:pPr>
            <a:r>
              <a:rPr lang="en-US" sz="2500">
                <a:solidFill>
                  <a:schemeClr val="lt1"/>
                </a:solidFill>
                <a:latin typeface="Roboto"/>
                <a:ea typeface="Roboto"/>
                <a:cs typeface="Roboto"/>
                <a:sym typeface="Roboto"/>
              </a:rPr>
              <a:t>Through extensive analysis, we observed distinct patterns in the temporal evolution of typing dynamics. Interaction time consistently decreased, while holding time exhibited varied trends across different individuals.</a:t>
            </a:r>
            <a:endParaRPr sz="2500">
              <a:solidFill>
                <a:schemeClr val="lt1"/>
              </a:solidFill>
              <a:latin typeface="Roboto"/>
              <a:ea typeface="Roboto"/>
              <a:cs typeface="Roboto"/>
              <a:sym typeface="Roboto"/>
            </a:endParaRPr>
          </a:p>
          <a:p>
            <a:pPr marL="457200" lvl="0" indent="-387350" algn="l" rtl="0">
              <a:lnSpc>
                <a:spcPct val="115000"/>
              </a:lnSpc>
              <a:spcBef>
                <a:spcPts val="0"/>
              </a:spcBef>
              <a:spcAft>
                <a:spcPts val="0"/>
              </a:spcAft>
              <a:buClr>
                <a:schemeClr val="lt1"/>
              </a:buClr>
              <a:buSzPts val="2500"/>
              <a:buFont typeface="Roboto"/>
              <a:buChar char="●"/>
            </a:pPr>
            <a:r>
              <a:rPr lang="en-US" sz="2500">
                <a:solidFill>
                  <a:schemeClr val="lt1"/>
                </a:solidFill>
                <a:latin typeface="Roboto"/>
                <a:ea typeface="Roboto"/>
                <a:cs typeface="Roboto"/>
                <a:sym typeface="Roboto"/>
              </a:rPr>
              <a:t>To comprehensively capture the nuances of typing behavior, we opted for total typing time as the primary measure. This allowed us to account for the complex interplay between holding time, key up-down time, and key down-down time.</a:t>
            </a:r>
            <a:endParaRPr sz="2500">
              <a:solidFill>
                <a:schemeClr val="lt1"/>
              </a:solidFill>
              <a:latin typeface="Roboto"/>
              <a:ea typeface="Roboto"/>
              <a:cs typeface="Roboto"/>
              <a:sym typeface="Roboto"/>
            </a:endParaRPr>
          </a:p>
          <a:p>
            <a:pPr marL="457200" lvl="0" indent="0" algn="just" rtl="0">
              <a:lnSpc>
                <a:spcPct val="115000"/>
              </a:lnSpc>
              <a:spcBef>
                <a:spcPts val="1200"/>
              </a:spcBef>
              <a:spcAft>
                <a:spcPts val="0"/>
              </a:spcAft>
              <a:buNone/>
            </a:pPr>
            <a:endParaRPr sz="2500">
              <a:solidFill>
                <a:schemeClr val="lt1"/>
              </a:solidFill>
              <a:latin typeface="Roboto"/>
              <a:ea typeface="Roboto"/>
              <a:cs typeface="Roboto"/>
              <a:sym typeface="Roboto"/>
            </a:endParaRPr>
          </a:p>
          <a:p>
            <a:pPr marL="914400" lvl="1" indent="-387350" algn="just" rtl="0">
              <a:lnSpc>
                <a:spcPct val="150000"/>
              </a:lnSpc>
              <a:spcBef>
                <a:spcPts val="0"/>
              </a:spcBef>
              <a:spcAft>
                <a:spcPts val="0"/>
              </a:spcAft>
              <a:buClr>
                <a:schemeClr val="lt1"/>
              </a:buClr>
              <a:buSzPts val="2500"/>
              <a:buFont typeface="Roboto"/>
              <a:buChar char="○"/>
            </a:pPr>
            <a:endParaRPr sz="2500">
              <a:solidFill>
                <a:schemeClr val="lt1"/>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124"/>
          <p:cNvSpPr txBox="1">
            <a:spLocks noGrp="1"/>
          </p:cNvSpPr>
          <p:nvPr>
            <p:ph type="body" idx="1"/>
          </p:nvPr>
        </p:nvSpPr>
        <p:spPr>
          <a:xfrm>
            <a:off x="1654000" y="293850"/>
            <a:ext cx="9991200" cy="504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3200"/>
              <a:buNone/>
            </a:pPr>
            <a:r>
              <a:rPr lang="en-US" sz="4600"/>
              <a:t>Conclusion</a:t>
            </a:r>
            <a:endParaRPr sz="4600"/>
          </a:p>
        </p:txBody>
      </p:sp>
      <p:sp>
        <p:nvSpPr>
          <p:cNvPr id="690" name="Google Shape;690;p124"/>
          <p:cNvSpPr txBox="1"/>
          <p:nvPr/>
        </p:nvSpPr>
        <p:spPr>
          <a:xfrm>
            <a:off x="1150950" y="1135725"/>
            <a:ext cx="9890100" cy="3713100"/>
          </a:xfrm>
          <a:prstGeom prst="rect">
            <a:avLst/>
          </a:prstGeom>
          <a:noFill/>
          <a:ln>
            <a:noFill/>
          </a:ln>
        </p:spPr>
        <p:txBody>
          <a:bodyPr spcFirstLastPara="1" wrap="square" lIns="91425" tIns="91425" rIns="91425" bIns="91425" anchor="t" anchorCtr="0">
            <a:noAutofit/>
          </a:bodyPr>
          <a:lstStyle/>
          <a:p>
            <a:pPr marL="457200" lvl="0" indent="-387350" algn="l" rtl="0">
              <a:lnSpc>
                <a:spcPct val="115000"/>
              </a:lnSpc>
              <a:spcBef>
                <a:spcPts val="1200"/>
              </a:spcBef>
              <a:spcAft>
                <a:spcPts val="0"/>
              </a:spcAft>
              <a:buClr>
                <a:schemeClr val="lt1"/>
              </a:buClr>
              <a:buSzPts val="2500"/>
              <a:buFont typeface="Roboto"/>
              <a:buChar char="●"/>
            </a:pPr>
            <a:r>
              <a:rPr lang="en-US" sz="2500">
                <a:solidFill>
                  <a:schemeClr val="lt1"/>
                </a:solidFill>
                <a:latin typeface="Roboto"/>
                <a:ea typeface="Roboto"/>
                <a:cs typeface="Roboto"/>
                <a:sym typeface="Roboto"/>
              </a:rPr>
              <a:t>While Linear Mixed Effects Random models indicated temporal changes, we recognized that model assumptions aligned more effectively with hold time as the response variable. This insight is vital for accurate model selection.</a:t>
            </a:r>
            <a:endParaRPr sz="2500">
              <a:solidFill>
                <a:schemeClr val="lt1"/>
              </a:solidFill>
              <a:latin typeface="Roboto"/>
              <a:ea typeface="Roboto"/>
              <a:cs typeface="Roboto"/>
              <a:sym typeface="Roboto"/>
            </a:endParaRPr>
          </a:p>
          <a:p>
            <a:pPr marL="457200" lvl="0" indent="-387350" algn="l" rtl="0">
              <a:lnSpc>
                <a:spcPct val="115000"/>
              </a:lnSpc>
              <a:spcBef>
                <a:spcPts val="0"/>
              </a:spcBef>
              <a:spcAft>
                <a:spcPts val="0"/>
              </a:spcAft>
              <a:buClr>
                <a:schemeClr val="lt1"/>
              </a:buClr>
              <a:buSzPts val="2500"/>
              <a:buFont typeface="Roboto"/>
              <a:buChar char="●"/>
            </a:pPr>
            <a:r>
              <a:rPr lang="en-US" sz="2500">
                <a:solidFill>
                  <a:schemeClr val="lt1"/>
                </a:solidFill>
                <a:latin typeface="Roboto"/>
                <a:ea typeface="Roboto"/>
                <a:cs typeface="Roboto"/>
                <a:sym typeface="Roboto"/>
              </a:rPr>
              <a:t> Further validation through pairwise comparisons emphasized significant differences in typing dynamics across various session times, reinforcing the notion that password typing behavior undergoes substantial variations.</a:t>
            </a:r>
            <a:endParaRPr sz="2500">
              <a:solidFill>
                <a:schemeClr val="lt1"/>
              </a:solidFill>
              <a:latin typeface="Roboto"/>
              <a:ea typeface="Roboto"/>
              <a:cs typeface="Roboto"/>
              <a:sym typeface="Roboto"/>
            </a:endParaRPr>
          </a:p>
          <a:p>
            <a:pPr marL="457200" lvl="0" indent="0" algn="l" rtl="0">
              <a:lnSpc>
                <a:spcPct val="115000"/>
              </a:lnSpc>
              <a:spcBef>
                <a:spcPts val="1200"/>
              </a:spcBef>
              <a:spcAft>
                <a:spcPts val="0"/>
              </a:spcAft>
              <a:buNone/>
            </a:pPr>
            <a:endParaRPr sz="2500">
              <a:solidFill>
                <a:schemeClr val="lt1"/>
              </a:solidFill>
              <a:latin typeface="Roboto"/>
              <a:ea typeface="Roboto"/>
              <a:cs typeface="Roboto"/>
              <a:sym typeface="Roboto"/>
            </a:endParaRPr>
          </a:p>
          <a:p>
            <a:pPr marL="457200" lvl="0" indent="0" algn="just" rtl="0">
              <a:lnSpc>
                <a:spcPct val="115000"/>
              </a:lnSpc>
              <a:spcBef>
                <a:spcPts val="1200"/>
              </a:spcBef>
              <a:spcAft>
                <a:spcPts val="0"/>
              </a:spcAft>
              <a:buNone/>
            </a:pPr>
            <a:endParaRPr sz="2500">
              <a:solidFill>
                <a:schemeClr val="lt1"/>
              </a:solidFill>
              <a:latin typeface="Roboto"/>
              <a:ea typeface="Roboto"/>
              <a:cs typeface="Roboto"/>
              <a:sym typeface="Roboto"/>
            </a:endParaRPr>
          </a:p>
          <a:p>
            <a:pPr marL="914400" lvl="1" indent="-387350" algn="just" rtl="0">
              <a:lnSpc>
                <a:spcPct val="150000"/>
              </a:lnSpc>
              <a:spcBef>
                <a:spcPts val="0"/>
              </a:spcBef>
              <a:spcAft>
                <a:spcPts val="0"/>
              </a:spcAft>
              <a:buClr>
                <a:schemeClr val="lt1"/>
              </a:buClr>
              <a:buSzPts val="2500"/>
              <a:buFont typeface="Roboto"/>
              <a:buChar char="○"/>
            </a:pPr>
            <a:endParaRPr sz="2500">
              <a:solidFill>
                <a:schemeClr val="lt1"/>
              </a:solidFill>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125"/>
          <p:cNvSpPr txBox="1">
            <a:spLocks noGrp="1"/>
          </p:cNvSpPr>
          <p:nvPr>
            <p:ph type="body" idx="1"/>
          </p:nvPr>
        </p:nvSpPr>
        <p:spPr>
          <a:xfrm>
            <a:off x="1654000" y="293850"/>
            <a:ext cx="9991200" cy="504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3200"/>
              <a:buNone/>
            </a:pPr>
            <a:r>
              <a:rPr lang="en-US" sz="4800"/>
              <a:t>References</a:t>
            </a:r>
            <a:endParaRPr sz="4800"/>
          </a:p>
        </p:txBody>
      </p:sp>
      <p:sp>
        <p:nvSpPr>
          <p:cNvPr id="696" name="Google Shape;696;p125"/>
          <p:cNvSpPr txBox="1"/>
          <p:nvPr/>
        </p:nvSpPr>
        <p:spPr>
          <a:xfrm>
            <a:off x="1025300" y="1029950"/>
            <a:ext cx="9890100" cy="3825900"/>
          </a:xfrm>
          <a:prstGeom prst="rect">
            <a:avLst/>
          </a:prstGeom>
          <a:noFill/>
          <a:ln>
            <a:noFill/>
          </a:ln>
        </p:spPr>
        <p:txBody>
          <a:bodyPr spcFirstLastPara="1" wrap="square" lIns="91425" tIns="91425" rIns="91425" bIns="91425" anchor="t" anchorCtr="0">
            <a:noAutofit/>
          </a:bodyPr>
          <a:lstStyle/>
          <a:p>
            <a:pPr marL="457200" lvl="0" indent="-358775" algn="l" rtl="0">
              <a:lnSpc>
                <a:spcPct val="115000"/>
              </a:lnSpc>
              <a:spcBef>
                <a:spcPts val="1200"/>
              </a:spcBef>
              <a:spcAft>
                <a:spcPts val="0"/>
              </a:spcAft>
              <a:buClr>
                <a:schemeClr val="lt1"/>
              </a:buClr>
              <a:buSzPts val="2050"/>
              <a:buFont typeface="Roboto"/>
              <a:buChar char="●"/>
            </a:pPr>
            <a:r>
              <a:rPr lang="en-US">
                <a:solidFill>
                  <a:schemeClr val="lt1"/>
                </a:solidFill>
                <a:latin typeface="Roboto"/>
                <a:ea typeface="Roboto"/>
                <a:cs typeface="Roboto"/>
                <a:sym typeface="Roboto"/>
              </a:rPr>
              <a:t>Kevin S. Killourhy, Roy A. Maxion (2009) Comparing Anomaly-Detection Algorithms for Keystroke Dynamics (cmu.edu)</a:t>
            </a:r>
            <a:endParaRPr>
              <a:solidFill>
                <a:schemeClr val="lt1"/>
              </a:solidFill>
              <a:latin typeface="Roboto"/>
              <a:ea typeface="Roboto"/>
              <a:cs typeface="Roboto"/>
              <a:sym typeface="Roboto"/>
            </a:endParaRPr>
          </a:p>
          <a:p>
            <a:pPr marL="457200" lvl="0" indent="-358775" algn="l" rtl="0">
              <a:lnSpc>
                <a:spcPct val="115000"/>
              </a:lnSpc>
              <a:spcBef>
                <a:spcPts val="0"/>
              </a:spcBef>
              <a:spcAft>
                <a:spcPts val="0"/>
              </a:spcAft>
              <a:buClr>
                <a:schemeClr val="lt1"/>
              </a:buClr>
              <a:buSzPts val="2050"/>
              <a:buFont typeface="Roboto"/>
              <a:buChar char="●"/>
            </a:pPr>
            <a:r>
              <a:rPr lang="en-US">
                <a:solidFill>
                  <a:schemeClr val="lt1"/>
                </a:solidFill>
                <a:latin typeface="Roboto"/>
                <a:ea typeface="Roboto"/>
                <a:cs typeface="Roboto"/>
                <a:sym typeface="Roboto"/>
              </a:rPr>
              <a:t>Marvin. (2020, June 30). </a:t>
            </a:r>
            <a:r>
              <a:rPr lang="en-US" i="1">
                <a:solidFill>
                  <a:schemeClr val="lt1"/>
                </a:solidFill>
                <a:latin typeface="Roboto"/>
                <a:ea typeface="Roboto"/>
                <a:cs typeface="Roboto"/>
                <a:sym typeface="Roboto"/>
              </a:rPr>
              <a:t>Probabilitic_flood_forecast#linear-quantile-regression</a:t>
            </a:r>
            <a:r>
              <a:rPr lang="en-US">
                <a:solidFill>
                  <a:schemeClr val="lt1"/>
                </a:solidFill>
                <a:latin typeface="Roboto"/>
                <a:ea typeface="Roboto"/>
                <a:cs typeface="Roboto"/>
                <a:sym typeface="Roboto"/>
              </a:rPr>
              <a:t>. Retrieved from https://github.com/marvinmin/Probabilitic_flood_forecast#linear-quantile-regression</a:t>
            </a:r>
            <a:endParaRPr>
              <a:solidFill>
                <a:schemeClr val="lt1"/>
              </a:solidFill>
              <a:latin typeface="Roboto"/>
              <a:ea typeface="Roboto"/>
              <a:cs typeface="Roboto"/>
              <a:sym typeface="Roboto"/>
            </a:endParaRPr>
          </a:p>
          <a:p>
            <a:pPr marL="457200" lvl="0" indent="-358775" algn="l" rtl="0">
              <a:lnSpc>
                <a:spcPct val="115000"/>
              </a:lnSpc>
              <a:spcBef>
                <a:spcPts val="0"/>
              </a:spcBef>
              <a:spcAft>
                <a:spcPts val="0"/>
              </a:spcAft>
              <a:buClr>
                <a:schemeClr val="lt1"/>
              </a:buClr>
              <a:buSzPts val="2050"/>
              <a:buFont typeface="Roboto"/>
              <a:buChar char="●"/>
            </a:pPr>
            <a:r>
              <a:rPr lang="en-US">
                <a:solidFill>
                  <a:schemeClr val="lt1"/>
                </a:solidFill>
                <a:latin typeface="Roboto"/>
                <a:ea typeface="Roboto"/>
                <a:cs typeface="Roboto"/>
                <a:sym typeface="Roboto"/>
              </a:rPr>
              <a:t>Roger Koenker and Kevin F. Hallock (2001).</a:t>
            </a:r>
            <a:r>
              <a:rPr lang="en-US">
                <a:solidFill>
                  <a:schemeClr val="lt1"/>
                </a:solidFill>
                <a:uFill>
                  <a:noFill/>
                </a:uFill>
                <a:latin typeface="Roboto"/>
                <a:ea typeface="Roboto"/>
                <a:cs typeface="Roboto"/>
                <a:sym typeface="Roboto"/>
                <a:hlinkClick r:id="rId3">
                  <a:extLst>
                    <a:ext uri="{A12FA001-AC4F-418D-AE19-62706E023703}">
                      <ahyp:hlinkClr xmlns:ahyp="http://schemas.microsoft.com/office/drawing/2018/hyperlinkcolor" val="tx"/>
                    </a:ext>
                  </a:extLst>
                </a:hlinkClick>
              </a:rPr>
              <a:t> </a:t>
            </a:r>
            <a:r>
              <a:rPr lang="en-US" u="sng">
                <a:solidFill>
                  <a:schemeClr val="lt1"/>
                </a:solidFill>
                <a:latin typeface="Roboto"/>
                <a:ea typeface="Roboto"/>
                <a:cs typeface="Roboto"/>
                <a:sym typeface="Roboto"/>
                <a:hlinkClick r:id="rId3">
                  <a:extLst>
                    <a:ext uri="{A12FA001-AC4F-418D-AE19-62706E023703}">
                      <ahyp:hlinkClr xmlns:ahyp="http://schemas.microsoft.com/office/drawing/2018/hyperlinkcolor" val="tx"/>
                    </a:ext>
                  </a:extLst>
                </a:hlinkClick>
              </a:rPr>
              <a:t>Quantile Regression (uiuc.edu)</a:t>
            </a:r>
            <a:endParaRPr>
              <a:solidFill>
                <a:schemeClr val="lt1"/>
              </a:solidFill>
              <a:latin typeface="Roboto"/>
              <a:ea typeface="Roboto"/>
              <a:cs typeface="Roboto"/>
              <a:sym typeface="Roboto"/>
            </a:endParaRPr>
          </a:p>
          <a:p>
            <a:pPr marL="457200" lvl="0" indent="-358775" algn="l" rtl="0">
              <a:lnSpc>
                <a:spcPct val="115000"/>
              </a:lnSpc>
              <a:spcBef>
                <a:spcPts val="0"/>
              </a:spcBef>
              <a:spcAft>
                <a:spcPts val="0"/>
              </a:spcAft>
              <a:buClr>
                <a:schemeClr val="lt1"/>
              </a:buClr>
              <a:buSzPts val="2050"/>
              <a:buFont typeface="Roboto"/>
              <a:buChar char="●"/>
            </a:pPr>
            <a:r>
              <a:rPr lang="en-US">
                <a:solidFill>
                  <a:schemeClr val="lt1"/>
                </a:solidFill>
                <a:latin typeface="Roboto"/>
                <a:ea typeface="Roboto"/>
                <a:cs typeface="Roboto"/>
                <a:sym typeface="Roboto"/>
              </a:rPr>
              <a:t>Liping Huang, Wenying Zhu, Christopher P Saunders, James N MacLeod, Mai Zhou, Arnold J Stromberg &amp; Arne C Bathke, (2008).</a:t>
            </a:r>
            <a:r>
              <a:rPr lang="en-US">
                <a:solidFill>
                  <a:schemeClr val="lt1"/>
                </a:solidFill>
                <a:uFill>
                  <a:noFill/>
                </a:uFill>
                <a:latin typeface="Roboto"/>
                <a:ea typeface="Roboto"/>
                <a:cs typeface="Roboto"/>
                <a:sym typeface="Roboto"/>
                <a:hlinkClick r:id="rId4">
                  <a:extLst>
                    <a:ext uri="{A12FA001-AC4F-418D-AE19-62706E023703}">
                      <ahyp:hlinkClr xmlns:ahyp="http://schemas.microsoft.com/office/drawing/2018/hyperlinkcolor" val="tx"/>
                    </a:ext>
                  </a:extLst>
                </a:hlinkClick>
              </a:rPr>
              <a:t> </a:t>
            </a:r>
            <a:r>
              <a:rPr lang="en-US" u="sng">
                <a:solidFill>
                  <a:schemeClr val="lt1"/>
                </a:solidFill>
                <a:latin typeface="Roboto"/>
                <a:ea typeface="Roboto"/>
                <a:cs typeface="Roboto"/>
                <a:sym typeface="Roboto"/>
                <a:hlinkClick r:id="rId4">
                  <a:extLst>
                    <a:ext uri="{A12FA001-AC4F-418D-AE19-62706E023703}">
                      <ahyp:hlinkClr xmlns:ahyp="http://schemas.microsoft.com/office/drawing/2018/hyperlinkcolor" val="tx"/>
                    </a:ext>
                  </a:extLst>
                </a:hlinkClick>
              </a:rPr>
              <a:t>A novel application of quantile regression for identification of biomarkers exemplified by equine cartilage microarray data | BMC Bioinformatics (springer.com)</a:t>
            </a:r>
            <a:endParaRPr u="sng">
              <a:solidFill>
                <a:schemeClr val="lt1"/>
              </a:solidFill>
              <a:latin typeface="Roboto"/>
              <a:ea typeface="Roboto"/>
              <a:cs typeface="Roboto"/>
              <a:sym typeface="Roboto"/>
            </a:endParaRPr>
          </a:p>
          <a:p>
            <a:pPr marL="457200" lvl="0" indent="-358775" algn="l" rtl="0">
              <a:lnSpc>
                <a:spcPct val="115000"/>
              </a:lnSpc>
              <a:spcBef>
                <a:spcPts val="0"/>
              </a:spcBef>
              <a:spcAft>
                <a:spcPts val="0"/>
              </a:spcAft>
              <a:buClr>
                <a:schemeClr val="lt1"/>
              </a:buClr>
              <a:buSzPts val="2050"/>
              <a:buFont typeface="Roboto"/>
              <a:buChar char="●"/>
            </a:pPr>
            <a:r>
              <a:rPr lang="en-US">
                <a:solidFill>
                  <a:schemeClr val="lt1"/>
                </a:solidFill>
                <a:latin typeface="Roboto"/>
                <a:ea typeface="Roboto"/>
                <a:cs typeface="Roboto"/>
                <a:sym typeface="Roboto"/>
              </a:rPr>
              <a:t>Nikolay Oskolkov (2020).</a:t>
            </a:r>
            <a:r>
              <a:rPr lang="en-US">
                <a:solidFill>
                  <a:schemeClr val="lt1"/>
                </a:solidFill>
                <a:uFill>
                  <a:noFill/>
                </a:uFill>
                <a:latin typeface="Roboto"/>
                <a:ea typeface="Roboto"/>
                <a:cs typeface="Roboto"/>
                <a:sym typeface="Roboto"/>
                <a:hlinkClick r:id="rId5">
                  <a:extLst>
                    <a:ext uri="{A12FA001-AC4F-418D-AE19-62706E023703}">
                      <ahyp:hlinkClr xmlns:ahyp="http://schemas.microsoft.com/office/drawing/2018/hyperlinkcolor" val="tx"/>
                    </a:ext>
                  </a:extLst>
                </a:hlinkClick>
              </a:rPr>
              <a:t> </a:t>
            </a:r>
            <a:r>
              <a:rPr lang="en-US" u="sng">
                <a:solidFill>
                  <a:schemeClr val="lt1"/>
                </a:solidFill>
                <a:latin typeface="Roboto"/>
                <a:ea typeface="Roboto"/>
                <a:cs typeface="Roboto"/>
                <a:sym typeface="Roboto"/>
                <a:hlinkClick r:id="rId5">
                  <a:extLst>
                    <a:ext uri="{A12FA001-AC4F-418D-AE19-62706E023703}">
                      <ahyp:hlinkClr xmlns:ahyp="http://schemas.microsoft.com/office/drawing/2018/hyperlinkcolor" val="tx"/>
                    </a:ext>
                  </a:extLst>
                </a:hlinkClick>
              </a:rPr>
              <a:t>How Linear Mixed Model Works. And how to understand LMM through… | by Nikolay Oskolkov | Towards Data Science</a:t>
            </a:r>
            <a:endParaRPr u="sng">
              <a:solidFill>
                <a:schemeClr val="lt1"/>
              </a:solidFill>
              <a:latin typeface="Roboto"/>
              <a:ea typeface="Roboto"/>
              <a:cs typeface="Roboto"/>
              <a:sym typeface="Roboto"/>
            </a:endParaRPr>
          </a:p>
          <a:p>
            <a:pPr marL="457200" lvl="0" indent="-358775" algn="l" rtl="0">
              <a:lnSpc>
                <a:spcPct val="115000"/>
              </a:lnSpc>
              <a:spcBef>
                <a:spcPts val="0"/>
              </a:spcBef>
              <a:spcAft>
                <a:spcPts val="0"/>
              </a:spcAft>
              <a:buClr>
                <a:schemeClr val="lt1"/>
              </a:buClr>
              <a:buSzPts val="2050"/>
              <a:buFont typeface="Roboto"/>
              <a:buChar char="●"/>
            </a:pPr>
            <a:r>
              <a:rPr lang="en-US">
                <a:solidFill>
                  <a:schemeClr val="lt1"/>
                </a:solidFill>
                <a:latin typeface="Roboto"/>
                <a:ea typeface="Roboto"/>
                <a:cs typeface="Roboto"/>
                <a:sym typeface="Roboto"/>
              </a:rPr>
              <a:t>Rebecca Pillinger,</a:t>
            </a:r>
            <a:r>
              <a:rPr lang="en-US">
                <a:solidFill>
                  <a:schemeClr val="lt1"/>
                </a:solidFill>
                <a:uFill>
                  <a:noFill/>
                </a:uFill>
                <a:latin typeface="Roboto"/>
                <a:ea typeface="Roboto"/>
                <a:cs typeface="Roboto"/>
                <a:sym typeface="Roboto"/>
                <a:hlinkClick r:id="rId6">
                  <a:extLst>
                    <a:ext uri="{A12FA001-AC4F-418D-AE19-62706E023703}">
                      <ahyp:hlinkClr xmlns:ahyp="http://schemas.microsoft.com/office/drawing/2018/hyperlinkcolor" val="tx"/>
                    </a:ext>
                  </a:extLst>
                </a:hlinkClick>
              </a:rPr>
              <a:t> </a:t>
            </a:r>
            <a:r>
              <a:rPr lang="en-US" u="sng">
                <a:solidFill>
                  <a:schemeClr val="lt1"/>
                </a:solidFill>
                <a:latin typeface="Roboto"/>
                <a:ea typeface="Roboto"/>
                <a:cs typeface="Roboto"/>
                <a:sym typeface="Roboto"/>
                <a:hlinkClick r:id="rId6">
                  <a:extLst>
                    <a:ext uri="{A12FA001-AC4F-418D-AE19-62706E023703}">
                      <ahyp:hlinkClr xmlns:ahyp="http://schemas.microsoft.com/office/drawing/2018/hyperlinkcolor" val="tx"/>
                    </a:ext>
                  </a:extLst>
                </a:hlinkClick>
              </a:rPr>
              <a:t>Random intercept models | Centre for Multilevel Modelling | University of Bristol</a:t>
            </a:r>
            <a:endParaRPr u="sng">
              <a:solidFill>
                <a:schemeClr val="lt1"/>
              </a:solidFill>
              <a:latin typeface="Roboto"/>
              <a:ea typeface="Roboto"/>
              <a:cs typeface="Roboto"/>
              <a:sym typeface="Roboto"/>
            </a:endParaRPr>
          </a:p>
          <a:p>
            <a:pPr marL="457200" lvl="0" indent="-358775" algn="l" rtl="0">
              <a:lnSpc>
                <a:spcPct val="115000"/>
              </a:lnSpc>
              <a:spcBef>
                <a:spcPts val="0"/>
              </a:spcBef>
              <a:spcAft>
                <a:spcPts val="0"/>
              </a:spcAft>
              <a:buClr>
                <a:schemeClr val="lt1"/>
              </a:buClr>
              <a:buSzPts val="2050"/>
              <a:buFont typeface="Roboto"/>
              <a:buChar char="●"/>
            </a:pPr>
            <a:r>
              <a:rPr lang="en-US">
                <a:solidFill>
                  <a:schemeClr val="lt1"/>
                </a:solidFill>
                <a:latin typeface="Roboto"/>
                <a:ea typeface="Roboto"/>
                <a:cs typeface="Roboto"/>
                <a:sym typeface="Roboto"/>
              </a:rPr>
              <a:t>Brunton-Smith.</a:t>
            </a:r>
            <a:r>
              <a:rPr lang="en-US">
                <a:solidFill>
                  <a:schemeClr val="lt1"/>
                </a:solidFill>
                <a:uFill>
                  <a:noFill/>
                </a:uFill>
                <a:latin typeface="Roboto"/>
                <a:ea typeface="Roboto"/>
                <a:cs typeface="Roboto"/>
                <a:sym typeface="Roboto"/>
                <a:hlinkClick r:id="rId7">
                  <a:extLst>
                    <a:ext uri="{A12FA001-AC4F-418D-AE19-62706E023703}">
                      <ahyp:hlinkClr xmlns:ahyp="http://schemas.microsoft.com/office/drawing/2018/hyperlinkcolor" val="tx"/>
                    </a:ext>
                  </a:extLst>
                </a:hlinkClick>
              </a:rPr>
              <a:t> </a:t>
            </a:r>
            <a:r>
              <a:rPr lang="en-US" u="sng">
                <a:solidFill>
                  <a:schemeClr val="lt1"/>
                </a:solidFill>
                <a:latin typeface="Roboto"/>
                <a:ea typeface="Roboto"/>
                <a:cs typeface="Roboto"/>
                <a:sym typeface="Roboto"/>
                <a:hlinkClick r:id="rId7">
                  <a:extLst>
                    <a:ext uri="{A12FA001-AC4F-418D-AE19-62706E023703}">
                      <ahyp:hlinkClr xmlns:ahyp="http://schemas.microsoft.com/office/drawing/2018/hyperlinkcolor" val="tx"/>
                    </a:ext>
                  </a:extLst>
                </a:hlinkClick>
              </a:rPr>
              <a:t>Multilevel Models: Random Intercept Models | Ian Brunton-Smith - YouTube</a:t>
            </a:r>
            <a:endParaRPr u="sng">
              <a:solidFill>
                <a:schemeClr val="lt1"/>
              </a:solidFill>
              <a:latin typeface="Roboto"/>
              <a:ea typeface="Roboto"/>
              <a:cs typeface="Roboto"/>
              <a:sym typeface="Roboto"/>
            </a:endParaRPr>
          </a:p>
          <a:p>
            <a:pPr marL="457200" lvl="0" indent="-358775" algn="l" rtl="0">
              <a:lnSpc>
                <a:spcPct val="115000"/>
              </a:lnSpc>
              <a:spcBef>
                <a:spcPts val="0"/>
              </a:spcBef>
              <a:spcAft>
                <a:spcPts val="0"/>
              </a:spcAft>
              <a:buClr>
                <a:schemeClr val="lt1"/>
              </a:buClr>
              <a:buSzPts val="2050"/>
              <a:buFont typeface="Roboto"/>
              <a:buChar char="●"/>
            </a:pPr>
            <a:r>
              <a:rPr lang="en-US">
                <a:solidFill>
                  <a:schemeClr val="lt1"/>
                </a:solidFill>
                <a:latin typeface="Roboto"/>
                <a:ea typeface="Roboto"/>
                <a:cs typeface="Roboto"/>
                <a:sym typeface="Roboto"/>
              </a:rPr>
              <a:t>Corey S. Sparks, PhD. (2018).</a:t>
            </a:r>
            <a:r>
              <a:rPr lang="en-US">
                <a:solidFill>
                  <a:schemeClr val="lt1"/>
                </a:solidFill>
                <a:uFill>
                  <a:noFill/>
                </a:uFill>
                <a:latin typeface="Roboto"/>
                <a:ea typeface="Roboto"/>
                <a:cs typeface="Roboto"/>
                <a:sym typeface="Roboto"/>
                <a:hlinkClick r:id="rId8">
                  <a:extLst>
                    <a:ext uri="{A12FA001-AC4F-418D-AE19-62706E023703}">
                      <ahyp:hlinkClr xmlns:ahyp="http://schemas.microsoft.com/office/drawing/2018/hyperlinkcolor" val="tx"/>
                    </a:ext>
                  </a:extLst>
                </a:hlinkClick>
              </a:rPr>
              <a:t> </a:t>
            </a:r>
            <a:r>
              <a:rPr lang="en-US" u="sng">
                <a:solidFill>
                  <a:schemeClr val="lt1"/>
                </a:solidFill>
                <a:latin typeface="Roboto"/>
                <a:ea typeface="Roboto"/>
                <a:cs typeface="Roboto"/>
                <a:sym typeface="Roboto"/>
                <a:hlinkClick r:id="rId8">
                  <a:extLst>
                    <a:ext uri="{A12FA001-AC4F-418D-AE19-62706E023703}">
                      <ahyp:hlinkClr xmlns:ahyp="http://schemas.microsoft.com/office/drawing/2018/hyperlinkcolor" val="tx"/>
                    </a:ext>
                  </a:extLst>
                </a:hlinkClick>
              </a:rPr>
              <a:t>RPubs - DEM 7473 - Week 3: Basic Hierarchical Models - Random Intercepts and Slopes</a:t>
            </a:r>
            <a:endParaRPr u="sng">
              <a:solidFill>
                <a:schemeClr val="lt1"/>
              </a:solidFill>
              <a:latin typeface="Roboto"/>
              <a:ea typeface="Roboto"/>
              <a:cs typeface="Roboto"/>
              <a:sym typeface="Roboto"/>
            </a:endParaRPr>
          </a:p>
          <a:p>
            <a:pPr marL="457200" lvl="0" indent="-358775" algn="l" rtl="0">
              <a:lnSpc>
                <a:spcPct val="115000"/>
              </a:lnSpc>
              <a:spcBef>
                <a:spcPts val="0"/>
              </a:spcBef>
              <a:spcAft>
                <a:spcPts val="0"/>
              </a:spcAft>
              <a:buClr>
                <a:schemeClr val="lt1"/>
              </a:buClr>
              <a:buSzPts val="2050"/>
              <a:buFont typeface="Roboto"/>
              <a:buChar char="●"/>
            </a:pPr>
            <a:r>
              <a:rPr lang="en-US">
                <a:solidFill>
                  <a:schemeClr val="lt1"/>
                </a:solidFill>
                <a:latin typeface="Roboto"/>
                <a:ea typeface="Roboto"/>
                <a:cs typeface="Roboto"/>
                <a:sym typeface="Roboto"/>
              </a:rPr>
              <a:t>Analytics Vidhya - Gurchetan Singh. (2023).</a:t>
            </a:r>
            <a:r>
              <a:rPr lang="en-US">
                <a:solidFill>
                  <a:schemeClr val="lt1"/>
                </a:solidFill>
                <a:uFill>
                  <a:noFill/>
                </a:uFill>
                <a:latin typeface="Roboto"/>
                <a:ea typeface="Roboto"/>
                <a:cs typeface="Roboto"/>
                <a:sym typeface="Roboto"/>
                <a:hlinkClick r:id="rId9">
                  <a:extLst>
                    <a:ext uri="{A12FA001-AC4F-418D-AE19-62706E023703}">
                      <ahyp:hlinkClr xmlns:ahyp="http://schemas.microsoft.com/office/drawing/2018/hyperlinkcolor" val="tx"/>
                    </a:ext>
                  </a:extLst>
                </a:hlinkClick>
              </a:rPr>
              <a:t> </a:t>
            </a:r>
            <a:r>
              <a:rPr lang="en-US" u="sng">
                <a:solidFill>
                  <a:schemeClr val="lt1"/>
                </a:solidFill>
                <a:latin typeface="Roboto"/>
                <a:ea typeface="Roboto"/>
                <a:cs typeface="Roboto"/>
                <a:sym typeface="Roboto"/>
                <a:hlinkClick r:id="rId9">
                  <a:extLst>
                    <a:ext uri="{A12FA001-AC4F-418D-AE19-62706E023703}">
                      <ahyp:hlinkClr xmlns:ahyp="http://schemas.microsoft.com/office/drawing/2018/hyperlinkcolor" val="tx"/>
                    </a:ext>
                  </a:extLst>
                </a:hlinkClick>
              </a:rPr>
              <a:t>ANOVA: Complete guide to Statistical Analysis &amp; Applications (analyticsvidhya.com)</a:t>
            </a:r>
            <a:endParaRPr u="sng">
              <a:solidFill>
                <a:schemeClr val="lt1"/>
              </a:solidFill>
              <a:latin typeface="Roboto"/>
              <a:ea typeface="Roboto"/>
              <a:cs typeface="Roboto"/>
              <a:sym typeface="Roboto"/>
            </a:endParaRPr>
          </a:p>
          <a:p>
            <a:pPr marL="457200" lvl="0" indent="-358775" algn="l" rtl="0">
              <a:lnSpc>
                <a:spcPct val="115000"/>
              </a:lnSpc>
              <a:spcBef>
                <a:spcPts val="0"/>
              </a:spcBef>
              <a:spcAft>
                <a:spcPts val="0"/>
              </a:spcAft>
              <a:buClr>
                <a:schemeClr val="lt1"/>
              </a:buClr>
              <a:buSzPts val="2050"/>
              <a:buFont typeface="Roboto"/>
              <a:buChar char="●"/>
            </a:pPr>
            <a:r>
              <a:rPr lang="en-US">
                <a:solidFill>
                  <a:schemeClr val="lt1"/>
                </a:solidFill>
                <a:latin typeface="Roboto"/>
                <a:ea typeface="Roboto"/>
                <a:cs typeface="Roboto"/>
                <a:sym typeface="Roboto"/>
              </a:rPr>
              <a:t>Sachin Date.</a:t>
            </a:r>
            <a:r>
              <a:rPr lang="en-US">
                <a:solidFill>
                  <a:schemeClr val="lt1"/>
                </a:solidFill>
                <a:uFill>
                  <a:noFill/>
                </a:uFill>
                <a:latin typeface="Roboto"/>
                <a:ea typeface="Roboto"/>
                <a:cs typeface="Roboto"/>
                <a:sym typeface="Roboto"/>
                <a:hlinkClick r:id="rId10">
                  <a:extLst>
                    <a:ext uri="{A12FA001-AC4F-418D-AE19-62706E023703}">
                      <ahyp:hlinkClr xmlns:ahyp="http://schemas.microsoft.com/office/drawing/2018/hyperlinkcolor" val="tx"/>
                    </a:ext>
                  </a:extLst>
                </a:hlinkClick>
              </a:rPr>
              <a:t> </a:t>
            </a:r>
            <a:r>
              <a:rPr lang="en-US" u="sng">
                <a:solidFill>
                  <a:schemeClr val="lt1"/>
                </a:solidFill>
                <a:latin typeface="Roboto"/>
                <a:ea typeface="Roboto"/>
                <a:cs typeface="Roboto"/>
                <a:sym typeface="Roboto"/>
                <a:hlinkClick r:id="rId10">
                  <a:extLst>
                    <a:ext uri="{A12FA001-AC4F-418D-AE19-62706E023703}">
                      <ahyp:hlinkClr xmlns:ahyp="http://schemas.microsoft.com/office/drawing/2018/hyperlinkcolor" val="tx"/>
                    </a:ext>
                  </a:extLst>
                </a:hlinkClick>
              </a:rPr>
              <a:t>Introduction To The Quantile Regression Model – Time Series Analysis, Regression, and Forecasting (timeseriesreasoning.com)</a:t>
            </a:r>
            <a:endParaRPr sz="2300">
              <a:solidFill>
                <a:schemeClr val="lt1"/>
              </a:solidFill>
              <a:latin typeface="Roboto"/>
              <a:ea typeface="Roboto"/>
              <a:cs typeface="Roboto"/>
              <a:sym typeface="Roboto"/>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126"/>
          <p:cNvSpPr txBox="1">
            <a:spLocks noGrp="1"/>
          </p:cNvSpPr>
          <p:nvPr>
            <p:ph type="body" idx="1"/>
          </p:nvPr>
        </p:nvSpPr>
        <p:spPr>
          <a:xfrm>
            <a:off x="3292875" y="2420075"/>
            <a:ext cx="6079800" cy="18081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400"/>
              <a:buNone/>
            </a:pPr>
            <a:r>
              <a:rPr lang="en-US" sz="7200"/>
              <a:t>Thank You!!!.</a:t>
            </a:r>
            <a:endParaRPr sz="72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TotalTime>
  <Words>1427</Words>
  <Application>Microsoft Office PowerPoint</Application>
  <PresentationFormat>Widescreen</PresentationFormat>
  <Paragraphs>219</Paragraphs>
  <Slides>40</Slides>
  <Notes>40</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40</vt:i4>
      </vt:variant>
    </vt:vector>
  </HeadingPairs>
  <TitlesOfParts>
    <vt:vector size="51" baseType="lpstr">
      <vt:lpstr>Calibri</vt:lpstr>
      <vt:lpstr>Roboto Black</vt:lpstr>
      <vt:lpstr>Arial</vt:lpstr>
      <vt:lpstr>Noto Sans Symbols</vt:lpstr>
      <vt:lpstr>Times New Roman</vt:lpstr>
      <vt:lpstr>Play</vt:lpstr>
      <vt:lpstr>Roboto</vt:lpstr>
      <vt:lpstr>Office Theme</vt:lpstr>
      <vt:lpstr>Office Theme</vt:lpstr>
      <vt:lpstr>Office Theme</vt:lpstr>
      <vt:lpstr>Office Theme</vt:lpstr>
      <vt:lpstr> PROJECT 4 EXPLORATION OF THE CONJECTURE OF A PERSON’S TYPING DYNAMICS</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Vodnala, Sai Ram - DSU Student</cp:lastModifiedBy>
  <cp:revision>2</cp:revision>
  <dcterms:modified xsi:type="dcterms:W3CDTF">2024-12-18T19:19:22Z</dcterms:modified>
</cp:coreProperties>
</file>