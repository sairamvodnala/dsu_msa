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9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4946B-7ABB-9B96-B29C-19E75147306B}" v="294" dt="2025-04-01T03:39:27.944"/>
    <p1510:client id="{60B42346-78FD-40C6-B457-7CDA3BD0E83A}" v="384" dt="2025-04-01T03:32:23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ram.vodnala@trojans.dsu.edu" userId="S::urn:spo:guest#sairam.vodnala@trojans.dsu.edu::" providerId="AD" clId="Web-{1184946B-7ABB-9B96-B29C-19E75147306B}"/>
    <pc:docChg chg="addSld delSld modSld">
      <pc:chgData name="sairam.vodnala@trojans.dsu.edu" userId="S::urn:spo:guest#sairam.vodnala@trojans.dsu.edu::" providerId="AD" clId="Web-{1184946B-7ABB-9B96-B29C-19E75147306B}" dt="2025-04-01T03:39:27.944" v="240" actId="20577"/>
      <pc:docMkLst>
        <pc:docMk/>
      </pc:docMkLst>
      <pc:sldChg chg="modSp">
        <pc:chgData name="sairam.vodnala@trojans.dsu.edu" userId="S::urn:spo:guest#sairam.vodnala@trojans.dsu.edu::" providerId="AD" clId="Web-{1184946B-7ABB-9B96-B29C-19E75147306B}" dt="2025-04-01T03:36:25.382" v="183" actId="14100"/>
        <pc:sldMkLst>
          <pc:docMk/>
          <pc:sldMk cId="2456653622" sldId="256"/>
        </pc:sldMkLst>
        <pc:spChg chg="mod">
          <ac:chgData name="sairam.vodnala@trojans.dsu.edu" userId="S::urn:spo:guest#sairam.vodnala@trojans.dsu.edu::" providerId="AD" clId="Web-{1184946B-7ABB-9B96-B29C-19E75147306B}" dt="2025-04-01T03:36:25.382" v="183" actId="14100"/>
          <ac:spMkLst>
            <pc:docMk/>
            <pc:sldMk cId="2456653622" sldId="256"/>
            <ac:spMk id="3" creationId="{980F215C-7F70-0DBB-3BB7-4A76B3D33477}"/>
          </ac:spMkLst>
        </pc:spChg>
      </pc:sldChg>
      <pc:sldChg chg="modSp">
        <pc:chgData name="sairam.vodnala@trojans.dsu.edu" userId="S::urn:spo:guest#sairam.vodnala@trojans.dsu.edu::" providerId="AD" clId="Web-{1184946B-7ABB-9B96-B29C-19E75147306B}" dt="2025-04-01T03:36:43.616" v="187" actId="20577"/>
        <pc:sldMkLst>
          <pc:docMk/>
          <pc:sldMk cId="4168486150" sldId="257"/>
        </pc:sldMkLst>
        <pc:spChg chg="mod">
          <ac:chgData name="sairam.vodnala@trojans.dsu.edu" userId="S::urn:spo:guest#sairam.vodnala@trojans.dsu.edu::" providerId="AD" clId="Web-{1184946B-7ABB-9B96-B29C-19E75147306B}" dt="2025-04-01T03:36:32.600" v="184" actId="20577"/>
          <ac:spMkLst>
            <pc:docMk/>
            <pc:sldMk cId="4168486150" sldId="257"/>
            <ac:spMk id="2" creationId="{FD400BB6-60E7-83C3-0F3A-5F067B40E31B}"/>
          </ac:spMkLst>
        </pc:spChg>
        <pc:spChg chg="mod">
          <ac:chgData name="sairam.vodnala@trojans.dsu.edu" userId="S::urn:spo:guest#sairam.vodnala@trojans.dsu.edu::" providerId="AD" clId="Web-{1184946B-7ABB-9B96-B29C-19E75147306B}" dt="2025-04-01T03:36:43.616" v="187" actId="20577"/>
          <ac:spMkLst>
            <pc:docMk/>
            <pc:sldMk cId="4168486150" sldId="257"/>
            <ac:spMk id="3" creationId="{735DC1CF-EAD9-90D0-4C95-3A8FAA5B86CF}"/>
          </ac:spMkLst>
        </pc:spChg>
      </pc:sldChg>
      <pc:sldChg chg="modSp">
        <pc:chgData name="sairam.vodnala@trojans.dsu.edu" userId="S::urn:spo:guest#sairam.vodnala@trojans.dsu.edu::" providerId="AD" clId="Web-{1184946B-7ABB-9B96-B29C-19E75147306B}" dt="2025-04-01T03:37:21.413" v="197" actId="20577"/>
        <pc:sldMkLst>
          <pc:docMk/>
          <pc:sldMk cId="1018153737" sldId="258"/>
        </pc:sldMkLst>
        <pc:spChg chg="mod">
          <ac:chgData name="sairam.vodnala@trojans.dsu.edu" userId="S::urn:spo:guest#sairam.vodnala@trojans.dsu.edu::" providerId="AD" clId="Web-{1184946B-7ABB-9B96-B29C-19E75147306B}" dt="2025-04-01T03:37:21.413" v="197" actId="20577"/>
          <ac:spMkLst>
            <pc:docMk/>
            <pc:sldMk cId="1018153737" sldId="258"/>
            <ac:spMk id="5" creationId="{1C3A4A9E-38E2-FA67-B6BC-A56D016CF903}"/>
          </ac:spMkLst>
        </pc:spChg>
      </pc:sldChg>
      <pc:sldChg chg="modSp">
        <pc:chgData name="sairam.vodnala@trojans.dsu.edu" userId="S::urn:spo:guest#sairam.vodnala@trojans.dsu.edu::" providerId="AD" clId="Web-{1184946B-7ABB-9B96-B29C-19E75147306B}" dt="2025-04-01T03:36:06.205" v="179" actId="20577"/>
        <pc:sldMkLst>
          <pc:docMk/>
          <pc:sldMk cId="1223952096" sldId="260"/>
        </pc:sldMkLst>
        <pc:spChg chg="mod">
          <ac:chgData name="sairam.vodnala@trojans.dsu.edu" userId="S::urn:spo:guest#sairam.vodnala@trojans.dsu.edu::" providerId="AD" clId="Web-{1184946B-7ABB-9B96-B29C-19E75147306B}" dt="2025-04-01T03:35:26.783" v="172" actId="20577"/>
          <ac:spMkLst>
            <pc:docMk/>
            <pc:sldMk cId="1223952096" sldId="260"/>
            <ac:spMk id="4" creationId="{0810EA58-F129-ECAA-0B09-DDC7C2C2941F}"/>
          </ac:spMkLst>
        </pc:spChg>
        <pc:spChg chg="mod">
          <ac:chgData name="sairam.vodnala@trojans.dsu.edu" userId="S::urn:spo:guest#sairam.vodnala@trojans.dsu.edu::" providerId="AD" clId="Web-{1184946B-7ABB-9B96-B29C-19E75147306B}" dt="2025-04-01T03:36:06.205" v="179" actId="20577"/>
          <ac:spMkLst>
            <pc:docMk/>
            <pc:sldMk cId="1223952096" sldId="260"/>
            <ac:spMk id="5" creationId="{04F5C8C5-C521-01F4-10A9-9948D3E7400A}"/>
          </ac:spMkLst>
        </pc:spChg>
      </pc:sldChg>
      <pc:sldChg chg="modSp">
        <pc:chgData name="sairam.vodnala@trojans.dsu.edu" userId="S::urn:spo:guest#sairam.vodnala@trojans.dsu.edu::" providerId="AD" clId="Web-{1184946B-7ABB-9B96-B29C-19E75147306B}" dt="2025-04-01T03:34:02.252" v="162" actId="20577"/>
        <pc:sldMkLst>
          <pc:docMk/>
          <pc:sldMk cId="1590744993" sldId="261"/>
        </pc:sldMkLst>
        <pc:spChg chg="mod">
          <ac:chgData name="sairam.vodnala@trojans.dsu.edu" userId="S::urn:spo:guest#sairam.vodnala@trojans.dsu.edu::" providerId="AD" clId="Web-{1184946B-7ABB-9B96-B29C-19E75147306B}" dt="2025-04-01T03:32:00.049" v="152" actId="20577"/>
          <ac:spMkLst>
            <pc:docMk/>
            <pc:sldMk cId="1590744993" sldId="261"/>
            <ac:spMk id="5" creationId="{0C690BBF-FF1E-035A-44D9-407BD4501ABF}"/>
          </ac:spMkLst>
        </pc:spChg>
        <pc:spChg chg="mod">
          <ac:chgData name="sairam.vodnala@trojans.dsu.edu" userId="S::urn:spo:guest#sairam.vodnala@trojans.dsu.edu::" providerId="AD" clId="Web-{1184946B-7ABB-9B96-B29C-19E75147306B}" dt="2025-04-01T03:32:05.299" v="153" actId="20577"/>
          <ac:spMkLst>
            <pc:docMk/>
            <pc:sldMk cId="1590744993" sldId="261"/>
            <ac:spMk id="7" creationId="{CCBAA27F-1823-BFA0-C952-D6178645B1E2}"/>
          </ac:spMkLst>
        </pc:spChg>
        <pc:spChg chg="mod">
          <ac:chgData name="sairam.vodnala@trojans.dsu.edu" userId="S::urn:spo:guest#sairam.vodnala@trojans.dsu.edu::" providerId="AD" clId="Web-{1184946B-7ABB-9B96-B29C-19E75147306B}" dt="2025-04-01T03:34:02.252" v="162" actId="20577"/>
          <ac:spMkLst>
            <pc:docMk/>
            <pc:sldMk cId="1590744993" sldId="261"/>
            <ac:spMk id="10" creationId="{E98A59F4-58E1-BF7C-B254-2D0BC229883E}"/>
          </ac:spMkLst>
        </pc:spChg>
      </pc:sldChg>
      <pc:sldChg chg="delSp modSp del">
        <pc:chgData name="sairam.vodnala@trojans.dsu.edu" userId="S::urn:spo:guest#sairam.vodnala@trojans.dsu.edu::" providerId="AD" clId="Web-{1184946B-7ABB-9B96-B29C-19E75147306B}" dt="2025-04-01T03:17:12.485" v="85"/>
        <pc:sldMkLst>
          <pc:docMk/>
          <pc:sldMk cId="3018426266" sldId="262"/>
        </pc:sldMkLst>
        <pc:spChg chg="mod">
          <ac:chgData name="sairam.vodnala@trojans.dsu.edu" userId="S::urn:spo:guest#sairam.vodnala@trojans.dsu.edu::" providerId="AD" clId="Web-{1184946B-7ABB-9B96-B29C-19E75147306B}" dt="2025-04-01T02:56:04.441" v="4" actId="20577"/>
          <ac:spMkLst>
            <pc:docMk/>
            <pc:sldMk cId="3018426266" sldId="262"/>
            <ac:spMk id="2" creationId="{B9195A68-5F35-1362-D2A2-0BDEC4D43B49}"/>
          </ac:spMkLst>
        </pc:spChg>
        <pc:spChg chg="mod">
          <ac:chgData name="sairam.vodnala@trojans.dsu.edu" userId="S::urn:spo:guest#sairam.vodnala@trojans.dsu.edu::" providerId="AD" clId="Web-{1184946B-7ABB-9B96-B29C-19E75147306B}" dt="2025-04-01T03:15:42.766" v="68" actId="20577"/>
          <ac:spMkLst>
            <pc:docMk/>
            <pc:sldMk cId="3018426266" sldId="262"/>
            <ac:spMk id="8" creationId="{CD3410F8-D9F1-A842-BB95-F2C0539923E6}"/>
          </ac:spMkLst>
        </pc:spChg>
        <pc:spChg chg="del mod">
          <ac:chgData name="sairam.vodnala@trojans.dsu.edu" userId="S::urn:spo:guest#sairam.vodnala@trojans.dsu.edu::" providerId="AD" clId="Web-{1184946B-7ABB-9B96-B29C-19E75147306B}" dt="2025-04-01T02:57:39.066" v="6"/>
          <ac:spMkLst>
            <pc:docMk/>
            <pc:sldMk cId="3018426266" sldId="262"/>
            <ac:spMk id="9" creationId="{FFEE9C8C-076D-B86F-74B2-871BEF16F079}"/>
          </ac:spMkLst>
        </pc:spChg>
        <pc:spChg chg="del mod">
          <ac:chgData name="sairam.vodnala@trojans.dsu.edu" userId="S::urn:spo:guest#sairam.vodnala@trojans.dsu.edu::" providerId="AD" clId="Web-{1184946B-7ABB-9B96-B29C-19E75147306B}" dt="2025-04-01T02:58:58.285" v="19"/>
          <ac:spMkLst>
            <pc:docMk/>
            <pc:sldMk cId="3018426266" sldId="262"/>
            <ac:spMk id="10" creationId="{FB87658C-EE37-E8E4-9EC0-02E3D93026B7}"/>
          </ac:spMkLst>
        </pc:spChg>
        <pc:picChg chg="del">
          <ac:chgData name="sairam.vodnala@trojans.dsu.edu" userId="S::urn:spo:guest#sairam.vodnala@trojans.dsu.edu::" providerId="AD" clId="Web-{1184946B-7ABB-9B96-B29C-19E75147306B}" dt="2025-04-01T02:51:34.394" v="0"/>
          <ac:picMkLst>
            <pc:docMk/>
            <pc:sldMk cId="3018426266" sldId="262"/>
            <ac:picMk id="5" creationId="{7F153DD4-6FF7-E912-105D-9ECD963A6383}"/>
          </ac:picMkLst>
        </pc:picChg>
        <pc:picChg chg="del">
          <ac:chgData name="sairam.vodnala@trojans.dsu.edu" userId="S::urn:spo:guest#sairam.vodnala@trojans.dsu.edu::" providerId="AD" clId="Web-{1184946B-7ABB-9B96-B29C-19E75147306B}" dt="2025-04-01T02:51:36.128" v="1"/>
          <ac:picMkLst>
            <pc:docMk/>
            <pc:sldMk cId="3018426266" sldId="262"/>
            <ac:picMk id="7" creationId="{4195D8BA-9C9C-48A7-4F37-EF2E7B120EB1}"/>
          </ac:picMkLst>
        </pc:picChg>
      </pc:sldChg>
      <pc:sldChg chg="addSp modSp">
        <pc:chgData name="sairam.vodnala@trojans.dsu.edu" userId="S::urn:spo:guest#sairam.vodnala@trojans.dsu.edu::" providerId="AD" clId="Web-{1184946B-7ABB-9B96-B29C-19E75147306B}" dt="2025-04-01T03:39:27.944" v="240" actId="20577"/>
        <pc:sldMkLst>
          <pc:docMk/>
          <pc:sldMk cId="1199354246" sldId="263"/>
        </pc:sldMkLst>
        <pc:spChg chg="add mod">
          <ac:chgData name="sairam.vodnala@trojans.dsu.edu" userId="S::urn:spo:guest#sairam.vodnala@trojans.dsu.edu::" providerId="AD" clId="Web-{1184946B-7ABB-9B96-B29C-19E75147306B}" dt="2025-04-01T03:39:27.944" v="240" actId="20577"/>
          <ac:spMkLst>
            <pc:docMk/>
            <pc:sldMk cId="1199354246" sldId="263"/>
            <ac:spMk id="2" creationId="{007A9F4D-8CE4-B3CF-5E78-BF0C831FA602}"/>
          </ac:spMkLst>
        </pc:spChg>
        <pc:spChg chg="mod">
          <ac:chgData name="sairam.vodnala@trojans.dsu.edu" userId="S::urn:spo:guest#sairam.vodnala@trojans.dsu.edu::" providerId="AD" clId="Web-{1184946B-7ABB-9B96-B29C-19E75147306B}" dt="2025-04-01T03:18:23.016" v="95" actId="20577"/>
          <ac:spMkLst>
            <pc:docMk/>
            <pc:sldMk cId="1199354246" sldId="263"/>
            <ac:spMk id="6" creationId="{A5A20F9B-0115-FA19-0DE9-619CD79EC7AD}"/>
          </ac:spMkLst>
        </pc:spChg>
        <pc:picChg chg="mod">
          <ac:chgData name="sairam.vodnala@trojans.dsu.edu" userId="S::urn:spo:guest#sairam.vodnala@trojans.dsu.edu::" providerId="AD" clId="Web-{1184946B-7ABB-9B96-B29C-19E75147306B}" dt="2025-04-01T03:39:23.616" v="237" actId="14100"/>
          <ac:picMkLst>
            <pc:docMk/>
            <pc:sldMk cId="1199354246" sldId="263"/>
            <ac:picMk id="8" creationId="{B19E408F-2CEE-D08A-9FE4-057611F99CE9}"/>
          </ac:picMkLst>
        </pc:picChg>
      </pc:sldChg>
      <pc:sldChg chg="delSp modSp">
        <pc:chgData name="sairam.vodnala@trojans.dsu.edu" userId="S::urn:spo:guest#sairam.vodnala@trojans.dsu.edu::" providerId="AD" clId="Web-{1184946B-7ABB-9B96-B29C-19E75147306B}" dt="2025-04-01T03:02:11.207" v="25" actId="14100"/>
        <pc:sldMkLst>
          <pc:docMk/>
          <pc:sldMk cId="2296877533" sldId="264"/>
        </pc:sldMkLst>
        <pc:spChg chg="del mod">
          <ac:chgData name="sairam.vodnala@trojans.dsu.edu" userId="S::urn:spo:guest#sairam.vodnala@trojans.dsu.edu::" providerId="AD" clId="Web-{1184946B-7ABB-9B96-B29C-19E75147306B}" dt="2025-04-01T03:01:48.207" v="24"/>
          <ac:spMkLst>
            <pc:docMk/>
            <pc:sldMk cId="2296877533" sldId="264"/>
            <ac:spMk id="11" creationId="{425F4D36-B41F-C77F-6629-F30E4368D157}"/>
          </ac:spMkLst>
        </pc:spChg>
        <pc:picChg chg="mod">
          <ac:chgData name="sairam.vodnala@trojans.dsu.edu" userId="S::urn:spo:guest#sairam.vodnala@trojans.dsu.edu::" providerId="AD" clId="Web-{1184946B-7ABB-9B96-B29C-19E75147306B}" dt="2025-04-01T03:02:11.207" v="25" actId="14100"/>
          <ac:picMkLst>
            <pc:docMk/>
            <pc:sldMk cId="2296877533" sldId="264"/>
            <ac:picMk id="7" creationId="{B6B769E1-C5AF-6C4A-C0FB-9F6FA89CA0A6}"/>
          </ac:picMkLst>
        </pc:picChg>
        <pc:picChg chg="del">
          <ac:chgData name="sairam.vodnala@trojans.dsu.edu" userId="S::urn:spo:guest#sairam.vodnala@trojans.dsu.edu::" providerId="AD" clId="Web-{1184946B-7ABB-9B96-B29C-19E75147306B}" dt="2025-04-01T03:01:41.050" v="22"/>
          <ac:picMkLst>
            <pc:docMk/>
            <pc:sldMk cId="2296877533" sldId="264"/>
            <ac:picMk id="9" creationId="{A5B792DB-A8AA-6B93-5315-F5424137136C}"/>
          </ac:picMkLst>
        </pc:picChg>
      </pc:sldChg>
      <pc:sldChg chg="addSp delSp modSp">
        <pc:chgData name="sairam.vodnala@trojans.dsu.edu" userId="S::urn:spo:guest#sairam.vodnala@trojans.dsu.edu::" providerId="AD" clId="Web-{1184946B-7ABB-9B96-B29C-19E75147306B}" dt="2025-04-01T03:28:31.611" v="143" actId="14100"/>
        <pc:sldMkLst>
          <pc:docMk/>
          <pc:sldMk cId="1886971230" sldId="265"/>
        </pc:sldMkLst>
        <pc:spChg chg="add del mod">
          <ac:chgData name="sairam.vodnala@trojans.dsu.edu" userId="S::urn:spo:guest#sairam.vodnala@trojans.dsu.edu::" providerId="AD" clId="Web-{1184946B-7ABB-9B96-B29C-19E75147306B}" dt="2025-04-01T03:19:37.610" v="102"/>
          <ac:spMkLst>
            <pc:docMk/>
            <pc:sldMk cId="1886971230" sldId="265"/>
            <ac:spMk id="2" creationId="{CB2CF0A4-A672-04DF-FB03-363D4F3AA1BC}"/>
          </ac:spMkLst>
        </pc:spChg>
        <pc:spChg chg="add mod">
          <ac:chgData name="sairam.vodnala@trojans.dsu.edu" userId="S::urn:spo:guest#sairam.vodnala@trojans.dsu.edu::" providerId="AD" clId="Web-{1184946B-7ABB-9B96-B29C-19E75147306B}" dt="2025-04-01T03:22:00.407" v="136" actId="20577"/>
          <ac:spMkLst>
            <pc:docMk/>
            <pc:sldMk cId="1886971230" sldId="265"/>
            <ac:spMk id="3" creationId="{8D7696B5-8E9E-92B4-6838-EDD7415ECFD0}"/>
          </ac:spMkLst>
        </pc:spChg>
        <pc:picChg chg="mod">
          <ac:chgData name="sairam.vodnala@trojans.dsu.edu" userId="S::urn:spo:guest#sairam.vodnala@trojans.dsu.edu::" providerId="AD" clId="Web-{1184946B-7ABB-9B96-B29C-19E75147306B}" dt="2025-04-01T03:28:31.611" v="143" actId="14100"/>
          <ac:picMkLst>
            <pc:docMk/>
            <pc:sldMk cId="1886971230" sldId="265"/>
            <ac:picMk id="5" creationId="{96D286C9-6DF8-F37E-E3AB-9BE2BDD235CA}"/>
          </ac:picMkLst>
        </pc:picChg>
      </pc:sldChg>
      <pc:sldChg chg="modSp">
        <pc:chgData name="sairam.vodnala@trojans.dsu.edu" userId="S::urn:spo:guest#sairam.vodnala@trojans.dsu.edu::" providerId="AD" clId="Web-{1184946B-7ABB-9B96-B29C-19E75147306B}" dt="2025-04-01T03:29:04.611" v="146" actId="20577"/>
        <pc:sldMkLst>
          <pc:docMk/>
          <pc:sldMk cId="2427940146" sldId="266"/>
        </pc:sldMkLst>
        <pc:spChg chg="mod">
          <ac:chgData name="sairam.vodnala@trojans.dsu.edu" userId="S::urn:spo:guest#sairam.vodnala@trojans.dsu.edu::" providerId="AD" clId="Web-{1184946B-7ABB-9B96-B29C-19E75147306B}" dt="2025-04-01T03:29:04.611" v="146" actId="20577"/>
          <ac:spMkLst>
            <pc:docMk/>
            <pc:sldMk cId="2427940146" sldId="266"/>
            <ac:spMk id="10" creationId="{58555A15-BAB7-BC12-90A8-370D0DA54656}"/>
          </ac:spMkLst>
        </pc:spChg>
      </pc:sldChg>
      <pc:sldChg chg="modSp">
        <pc:chgData name="sairam.vodnala@trojans.dsu.edu" userId="S::urn:spo:guest#sairam.vodnala@trojans.dsu.edu::" providerId="AD" clId="Web-{1184946B-7ABB-9B96-B29C-19E75147306B}" dt="2025-04-01T03:27:00.220" v="140" actId="20577"/>
        <pc:sldMkLst>
          <pc:docMk/>
          <pc:sldMk cId="1989189754" sldId="268"/>
        </pc:sldMkLst>
        <pc:spChg chg="mod">
          <ac:chgData name="sairam.vodnala@trojans.dsu.edu" userId="S::urn:spo:guest#sairam.vodnala@trojans.dsu.edu::" providerId="AD" clId="Web-{1184946B-7ABB-9B96-B29C-19E75147306B}" dt="2025-04-01T03:27:00.220" v="140" actId="20577"/>
          <ac:spMkLst>
            <pc:docMk/>
            <pc:sldMk cId="1989189754" sldId="268"/>
            <ac:spMk id="5" creationId="{A75E93BA-4F8D-3FF8-AE3C-428DB7721950}"/>
          </ac:spMkLst>
        </pc:spChg>
      </pc:sldChg>
      <pc:sldChg chg="modSp new">
        <pc:chgData name="sairam.vodnala@trojans.dsu.edu" userId="S::urn:spo:guest#sairam.vodnala@trojans.dsu.edu::" providerId="AD" clId="Web-{1184946B-7ABB-9B96-B29C-19E75147306B}" dt="2025-04-01T03:27:55.720" v="141" actId="20577"/>
        <pc:sldMkLst>
          <pc:docMk/>
          <pc:sldMk cId="3827824328" sldId="269"/>
        </pc:sldMkLst>
        <pc:spChg chg="mod">
          <ac:chgData name="sairam.vodnala@trojans.dsu.edu" userId="S::urn:spo:guest#sairam.vodnala@trojans.dsu.edu::" providerId="AD" clId="Web-{1184946B-7ABB-9B96-B29C-19E75147306B}" dt="2025-04-01T03:27:55.720" v="141" actId="20577"/>
          <ac:spMkLst>
            <pc:docMk/>
            <pc:sldMk cId="3827824328" sldId="269"/>
            <ac:spMk id="5" creationId="{92A83ADC-2A8E-557E-6FE0-15F025DD4A77}"/>
          </ac:spMkLst>
        </pc:spChg>
      </pc:sldChg>
    </pc:docChg>
  </pc:docChgLst>
  <pc:docChgLst>
    <pc:chgData name="Adhikari, Bibek" userId="bc65a9d4-b2d3-45c3-8669-9c50010b5a3f" providerId="ADAL" clId="{60B42346-78FD-40C6-B457-7CDA3BD0E83A}"/>
    <pc:docChg chg="undo custSel addSld delSld modSld">
      <pc:chgData name="Adhikari, Bibek" userId="bc65a9d4-b2d3-45c3-8669-9c50010b5a3f" providerId="ADAL" clId="{60B42346-78FD-40C6-B457-7CDA3BD0E83A}" dt="2025-04-01T03:32:23.388" v="383" actId="113"/>
      <pc:docMkLst>
        <pc:docMk/>
      </pc:docMkLst>
      <pc:sldChg chg="modSp mod">
        <pc:chgData name="Adhikari, Bibek" userId="bc65a9d4-b2d3-45c3-8669-9c50010b5a3f" providerId="ADAL" clId="{60B42346-78FD-40C6-B457-7CDA3BD0E83A}" dt="2025-04-01T02:58:25.981" v="55" actId="20577"/>
        <pc:sldMkLst>
          <pc:docMk/>
          <pc:sldMk cId="2456653622" sldId="256"/>
        </pc:sldMkLst>
        <pc:spChg chg="mod">
          <ac:chgData name="Adhikari, Bibek" userId="bc65a9d4-b2d3-45c3-8669-9c50010b5a3f" providerId="ADAL" clId="{60B42346-78FD-40C6-B457-7CDA3BD0E83A}" dt="2025-04-01T02:58:25.981" v="55" actId="20577"/>
          <ac:spMkLst>
            <pc:docMk/>
            <pc:sldMk cId="2456653622" sldId="256"/>
            <ac:spMk id="3" creationId="{980F215C-7F70-0DBB-3BB7-4A76B3D33477}"/>
          </ac:spMkLst>
        </pc:spChg>
      </pc:sldChg>
      <pc:sldChg chg="modSp mod">
        <pc:chgData name="Adhikari, Bibek" userId="bc65a9d4-b2d3-45c3-8669-9c50010b5a3f" providerId="ADAL" clId="{60B42346-78FD-40C6-B457-7CDA3BD0E83A}" dt="2025-04-01T03:32:23.388" v="383" actId="113"/>
        <pc:sldMkLst>
          <pc:docMk/>
          <pc:sldMk cId="1223952096" sldId="260"/>
        </pc:sldMkLst>
        <pc:spChg chg="mod">
          <ac:chgData name="Adhikari, Bibek" userId="bc65a9d4-b2d3-45c3-8669-9c50010b5a3f" providerId="ADAL" clId="{60B42346-78FD-40C6-B457-7CDA3BD0E83A}" dt="2025-04-01T03:32:17.789" v="382" actId="113"/>
          <ac:spMkLst>
            <pc:docMk/>
            <pc:sldMk cId="1223952096" sldId="260"/>
            <ac:spMk id="4" creationId="{0810EA58-F129-ECAA-0B09-DDC7C2C2941F}"/>
          </ac:spMkLst>
        </pc:spChg>
        <pc:spChg chg="mod">
          <ac:chgData name="Adhikari, Bibek" userId="bc65a9d4-b2d3-45c3-8669-9c50010b5a3f" providerId="ADAL" clId="{60B42346-78FD-40C6-B457-7CDA3BD0E83A}" dt="2025-04-01T03:32:23.388" v="383" actId="113"/>
          <ac:spMkLst>
            <pc:docMk/>
            <pc:sldMk cId="1223952096" sldId="260"/>
            <ac:spMk id="5" creationId="{04F5C8C5-C521-01F4-10A9-9948D3E7400A}"/>
          </ac:spMkLst>
        </pc:spChg>
      </pc:sldChg>
      <pc:sldChg chg="addSp delSp modSp add del mod">
        <pc:chgData name="Adhikari, Bibek" userId="bc65a9d4-b2d3-45c3-8669-9c50010b5a3f" providerId="ADAL" clId="{60B42346-78FD-40C6-B457-7CDA3BD0E83A}" dt="2025-04-01T02:57:03.575" v="39" actId="478"/>
        <pc:sldMkLst>
          <pc:docMk/>
          <pc:sldMk cId="3018426266" sldId="262"/>
        </pc:sldMkLst>
        <pc:spChg chg="add del mod">
          <ac:chgData name="Adhikari, Bibek" userId="bc65a9d4-b2d3-45c3-8669-9c50010b5a3f" providerId="ADAL" clId="{60B42346-78FD-40C6-B457-7CDA3BD0E83A}" dt="2025-04-01T02:57:03.575" v="39" actId="478"/>
          <ac:spMkLst>
            <pc:docMk/>
            <pc:sldMk cId="3018426266" sldId="262"/>
            <ac:spMk id="2" creationId="{B9195A68-5F35-1362-D2A2-0BDEC4D43B49}"/>
          </ac:spMkLst>
        </pc:spChg>
      </pc:sldChg>
      <pc:sldChg chg="addSp delSp modSp mod">
        <pc:chgData name="Adhikari, Bibek" userId="bc65a9d4-b2d3-45c3-8669-9c50010b5a3f" providerId="ADAL" clId="{60B42346-78FD-40C6-B457-7CDA3BD0E83A}" dt="2025-04-01T03:28:36.799" v="378" actId="20577"/>
        <pc:sldMkLst>
          <pc:docMk/>
          <pc:sldMk cId="3827824328" sldId="269"/>
        </pc:sldMkLst>
        <pc:spChg chg="del">
          <ac:chgData name="Adhikari, Bibek" userId="bc65a9d4-b2d3-45c3-8669-9c50010b5a3f" providerId="ADAL" clId="{60B42346-78FD-40C6-B457-7CDA3BD0E83A}" dt="2025-04-01T03:05:30.265" v="57" actId="478"/>
          <ac:spMkLst>
            <pc:docMk/>
            <pc:sldMk cId="3827824328" sldId="269"/>
            <ac:spMk id="2" creationId="{E853951D-3ACC-B40B-E885-AB716F625433}"/>
          </ac:spMkLst>
        </pc:spChg>
        <pc:spChg chg="del">
          <ac:chgData name="Adhikari, Bibek" userId="bc65a9d4-b2d3-45c3-8669-9c50010b5a3f" providerId="ADAL" clId="{60B42346-78FD-40C6-B457-7CDA3BD0E83A}" dt="2025-04-01T03:05:27.887" v="56" actId="478"/>
          <ac:spMkLst>
            <pc:docMk/>
            <pc:sldMk cId="3827824328" sldId="269"/>
            <ac:spMk id="3" creationId="{6EDD5CE8-5A30-0A52-6E7F-B135222767F4}"/>
          </ac:spMkLst>
        </pc:spChg>
        <pc:spChg chg="add mod">
          <ac:chgData name="Adhikari, Bibek" userId="bc65a9d4-b2d3-45c3-8669-9c50010b5a3f" providerId="ADAL" clId="{60B42346-78FD-40C6-B457-7CDA3BD0E83A}" dt="2025-04-01T03:10:44.682" v="118" actId="1076"/>
          <ac:spMkLst>
            <pc:docMk/>
            <pc:sldMk cId="3827824328" sldId="269"/>
            <ac:spMk id="5" creationId="{92A83ADC-2A8E-557E-6FE0-15F025DD4A77}"/>
          </ac:spMkLst>
        </pc:spChg>
        <pc:spChg chg="add mod">
          <ac:chgData name="Adhikari, Bibek" userId="bc65a9d4-b2d3-45c3-8669-9c50010b5a3f" providerId="ADAL" clId="{60B42346-78FD-40C6-B457-7CDA3BD0E83A}" dt="2025-04-01T03:10:35.375" v="117" actId="14100"/>
          <ac:spMkLst>
            <pc:docMk/>
            <pc:sldMk cId="3827824328" sldId="269"/>
            <ac:spMk id="6" creationId="{19ACC9B5-8C6C-6898-CEF4-028B5DCD4083}"/>
          </ac:spMkLst>
        </pc:spChg>
        <pc:spChg chg="add mod">
          <ac:chgData name="Adhikari, Bibek" userId="bc65a9d4-b2d3-45c3-8669-9c50010b5a3f" providerId="ADAL" clId="{60B42346-78FD-40C6-B457-7CDA3BD0E83A}" dt="2025-04-01T03:11:48.517" v="268" actId="1036"/>
          <ac:spMkLst>
            <pc:docMk/>
            <pc:sldMk cId="3827824328" sldId="269"/>
            <ac:spMk id="7" creationId="{C0E47730-B538-D0DE-43DB-81AA0CB527B2}"/>
          </ac:spMkLst>
        </pc:spChg>
        <pc:spChg chg="add mod">
          <ac:chgData name="Adhikari, Bibek" userId="bc65a9d4-b2d3-45c3-8669-9c50010b5a3f" providerId="ADAL" clId="{60B42346-78FD-40C6-B457-7CDA3BD0E83A}" dt="2025-04-01T03:28:36.799" v="378" actId="20577"/>
          <ac:spMkLst>
            <pc:docMk/>
            <pc:sldMk cId="3827824328" sldId="269"/>
            <ac:spMk id="8" creationId="{07661369-1E68-6252-9C33-109F1AD3271F}"/>
          </ac:spMkLst>
        </pc:spChg>
        <pc:graphicFrameChg chg="add mod modGraphic">
          <ac:chgData name="Adhikari, Bibek" userId="bc65a9d4-b2d3-45c3-8669-9c50010b5a3f" providerId="ADAL" clId="{60B42346-78FD-40C6-B457-7CDA3BD0E83A}" dt="2025-04-01T03:06:12.405" v="65" actId="1076"/>
          <ac:graphicFrameMkLst>
            <pc:docMk/>
            <pc:sldMk cId="3827824328" sldId="269"/>
            <ac:graphicFrameMk id="4" creationId="{0B13C519-12E0-2376-2120-10A2EB59944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091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4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3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6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3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3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6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41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7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5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2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0" r:id="rId6"/>
    <p:sldLayoutId id="2147483795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176579CA-1F6C-8C2A-83AA-64160A44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" b="1541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4EF7B-5958-CBC6-2B98-F5C9663CD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561" y="1066800"/>
            <a:ext cx="3931320" cy="226719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Passcode</a:t>
            </a:r>
            <a:br>
              <a:rPr lang="en-US" sz="4000">
                <a:solidFill>
                  <a:schemeClr val="tx1"/>
                </a:solidFill>
              </a:rPr>
            </a:br>
            <a:r>
              <a:rPr lang="en-US" sz="4000">
                <a:solidFill>
                  <a:schemeClr val="tx1"/>
                </a:solidFill>
              </a:rPr>
              <a:t>Project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F215C-7F70-0DBB-3BB7-4A76B3D33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8561" y="3992569"/>
            <a:ext cx="4159921" cy="1368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Sai Ram </a:t>
            </a:r>
            <a:r>
              <a:rPr lang="en-US" err="1">
                <a:solidFill>
                  <a:schemeClr val="tx1"/>
                </a:solidFill>
              </a:rPr>
              <a:t>Vodnala</a:t>
            </a:r>
            <a:r>
              <a:rPr lang="en-US">
                <a:solidFill>
                  <a:schemeClr val="tx1"/>
                </a:solidFill>
              </a:rPr>
              <a:t> and Bibek Adhikari</a:t>
            </a:r>
          </a:p>
          <a:p>
            <a:r>
              <a:rPr lang="en-US">
                <a:solidFill>
                  <a:schemeClr val="tx1"/>
                </a:solidFill>
              </a:rPr>
              <a:t>Group 9</a:t>
            </a:r>
          </a:p>
          <a:p>
            <a:r>
              <a:rPr lang="en-US">
                <a:solidFill>
                  <a:schemeClr val="tx1"/>
                </a:solidFill>
              </a:rPr>
              <a:t>Presentation: 04/02/2025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665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0BB6-60E7-83C3-0F3A-5F067B40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29030"/>
            <a:ext cx="9989070" cy="505293"/>
          </a:xfrm>
        </p:spPr>
        <p:txBody>
          <a:bodyPr>
            <a:noAutofit/>
          </a:bodyPr>
          <a:lstStyle/>
          <a:p>
            <a:r>
              <a:rPr lang="en-US" sz="3600" b="1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DC1CF-EAD9-90D0-4C95-3A8FAA5B8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034323"/>
            <a:ext cx="10134600" cy="5096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>
                <a:solidFill>
                  <a:schemeClr val="tx1"/>
                </a:solidFill>
              </a:rPr>
              <a:t>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 Integration of typing dynamics into a Biometric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Data with a variable typing dynamics under similar conditions across different sessions.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Recognizing the keystroke pattern for developing authentication.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Passcode: .tie5Roaln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51 participants, 8 sessions (1 per day), and a passcode typed 50 times across each session.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>
              <a:solidFill>
                <a:schemeClr val="tx1"/>
              </a:solidFill>
            </a:endParaRPr>
          </a:p>
          <a:p>
            <a:r>
              <a:rPr lang="en-US" b="1" u="sng">
                <a:solidFill>
                  <a:schemeClr val="tx1"/>
                </a:solidFill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To design a method to predict the individual typist of a single passcode.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To provide a summary of the accuracy of the method.</a:t>
            </a:r>
          </a:p>
        </p:txBody>
      </p:sp>
    </p:spTree>
    <p:extLst>
      <p:ext uri="{BB962C8B-B14F-4D97-AF65-F5344CB8AC3E}">
        <p14:creationId xmlns:p14="http://schemas.microsoft.com/office/powerpoint/2010/main" val="416848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3A4A9E-38E2-FA67-B6BC-A56D016CF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410" y="584616"/>
            <a:ext cx="10263890" cy="55466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u="sng">
                <a:latin typeface="Times New Roman"/>
                <a:cs typeface="Times New Roman"/>
              </a:rPr>
              <a:t>Data Overview</a:t>
            </a:r>
            <a:endParaRPr lang="en-US" b="1" u="sng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51 subjects, 34 variables, and 20,400 observations.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 The time to type the keys (in seconds) is divided into the variables, which include:</a:t>
            </a:r>
          </a:p>
          <a:p>
            <a:r>
              <a:rPr lang="en-US">
                <a:solidFill>
                  <a:schemeClr val="tx1"/>
                </a:solidFill>
              </a:rPr>
              <a:t>	a. Hold time: duration a key is held down.</a:t>
            </a:r>
          </a:p>
          <a:p>
            <a:r>
              <a:rPr lang="en-US">
                <a:solidFill>
                  <a:schemeClr val="tx1"/>
                </a:solidFill>
              </a:rPr>
              <a:t>	b. Up-Down time: time from releasing one key to pressing down the next key.</a:t>
            </a:r>
          </a:p>
          <a:p>
            <a:r>
              <a:rPr lang="en-US">
                <a:solidFill>
                  <a:schemeClr val="tx1"/>
                </a:solidFill>
              </a:rPr>
              <a:t>	c. Down-Down time: time between pressing down one key to pressing down another 	subsequent key.</a:t>
            </a:r>
          </a:p>
          <a:p>
            <a:r>
              <a:rPr lang="en-US" b="1" u="sng">
                <a:solidFill>
                  <a:schemeClr val="tx1"/>
                </a:solidFill>
                <a:latin typeface="Times New Roman"/>
                <a:cs typeface="Times New Roman"/>
              </a:rPr>
              <a:t>Data Curation and 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Last 20 passcode entries per session per user – used for predictive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All hold, up-down, and down-down times were summed individually to get total times.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Total 8160 observations and 37 variables.</a:t>
            </a:r>
          </a:p>
        </p:txBody>
      </p:sp>
    </p:spTree>
    <p:extLst>
      <p:ext uri="{BB962C8B-B14F-4D97-AF65-F5344CB8AC3E}">
        <p14:creationId xmlns:p14="http://schemas.microsoft.com/office/powerpoint/2010/main" val="101815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5A5F-7FBB-F821-B721-AAF82883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591" y="5816182"/>
            <a:ext cx="10942818" cy="329785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en-US"/>
              <a:t>Figure: Boxplot showing the distribution of total UD, DD, and H time for some random subjects (Project 1).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C461BD7-A37B-120E-460C-EEB924461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82" y="442210"/>
            <a:ext cx="11279235" cy="513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61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10EA58-F129-ECAA-0B09-DDC7C2C29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469" y="704534"/>
            <a:ext cx="10353831" cy="2608289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Model Building</a:t>
            </a: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Data Preprocessing:</a:t>
            </a:r>
          </a:p>
          <a:p>
            <a:pPr marL="560070" lvl="1" indent="-285750"/>
            <a:r>
              <a:rPr lang="en-US">
                <a:solidFill>
                  <a:schemeClr val="tx1"/>
                </a:solidFill>
              </a:rPr>
              <a:t>Standardizing all numeric columns.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Data Splitting:</a:t>
            </a:r>
          </a:p>
          <a:p>
            <a:pPr marL="560070" lvl="1" indent="-285750"/>
            <a:r>
              <a:rPr lang="en-US">
                <a:solidFill>
                  <a:schemeClr val="tx1"/>
                </a:solidFill>
              </a:rPr>
              <a:t>Stratified data splitting to preserve distribution.</a:t>
            </a:r>
          </a:p>
          <a:p>
            <a:pPr marL="560070" lvl="1" indent="-285750"/>
            <a:r>
              <a:rPr lang="en-US">
                <a:solidFill>
                  <a:schemeClr val="tx1"/>
                </a:solidFill>
              </a:rPr>
              <a:t>80% training data and 20% test data.</a:t>
            </a:r>
          </a:p>
          <a:p>
            <a:r>
              <a:rPr lang="en-US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5C8C5-C521-01F4-10A9-9948D3E7400A}"/>
              </a:ext>
            </a:extLst>
          </p:cNvPr>
          <p:cNvSpPr txBox="1"/>
          <p:nvPr/>
        </p:nvSpPr>
        <p:spPr>
          <a:xfrm>
            <a:off x="809468" y="3312823"/>
            <a:ext cx="10732957" cy="2339102"/>
          </a:xfrm>
          <a:prstGeom prst="rect">
            <a:avLst/>
          </a:prstGeom>
          <a:noFill/>
        </p:spPr>
        <p:txBody>
          <a:bodyPr wrap="square" lIns="91440" tIns="45720" rIns="91440" bIns="45720" numCol="2" rtlCol="0" anchor="t"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3.    Evaluated Models:</a:t>
            </a:r>
          </a:p>
          <a:p>
            <a:pPr marL="617220" lvl="1" indent="-342900">
              <a:buFont typeface="+mj-lt"/>
              <a:buAutoNum type="alphaLcParenR"/>
            </a:pPr>
            <a:r>
              <a:rPr lang="en-US">
                <a:solidFill>
                  <a:schemeClr val="tx1"/>
                </a:solidFill>
              </a:rPr>
              <a:t>Multinomial Logistic Regression</a:t>
            </a:r>
          </a:p>
          <a:p>
            <a:pPr marL="617220" lvl="1" indent="-342900">
              <a:buFont typeface="+mj-lt"/>
              <a:buAutoNum type="alphaLcParenR"/>
            </a:pPr>
            <a:r>
              <a:rPr lang="en-US">
                <a:solidFill>
                  <a:schemeClr val="tx1"/>
                </a:solidFill>
              </a:rPr>
              <a:t>LDA</a:t>
            </a:r>
          </a:p>
          <a:p>
            <a:pPr marL="617220" lvl="1" indent="-342900">
              <a:buFont typeface="+mj-lt"/>
              <a:buAutoNum type="alphaLcParenR"/>
            </a:pPr>
            <a:r>
              <a:rPr lang="en-US">
                <a:solidFill>
                  <a:schemeClr val="tx1"/>
                </a:solidFill>
              </a:rPr>
              <a:t>QDA</a:t>
            </a:r>
          </a:p>
          <a:p>
            <a:pPr marL="617220" lvl="1" indent="-342900">
              <a:buFont typeface="+mj-lt"/>
              <a:buAutoNum type="alphaLcParenR"/>
            </a:pPr>
            <a:r>
              <a:rPr lang="en-US" err="1"/>
              <a:t>MclustDA</a:t>
            </a:r>
            <a:endParaRPr lang="en-US"/>
          </a:p>
          <a:p>
            <a:pPr marL="617220" lvl="1" indent="-342900">
              <a:buFont typeface="Bembo"/>
              <a:buAutoNum type="alphaLcParenR"/>
            </a:pPr>
            <a:endParaRPr lang="en-US">
              <a:solidFill>
                <a:schemeClr val="tx1"/>
              </a:solidFill>
            </a:endParaRPr>
          </a:p>
          <a:p>
            <a:pPr marL="617220" lvl="1" indent="-342900">
              <a:buFont typeface="+mj-lt"/>
              <a:buAutoNum type="alphaLcParenR"/>
            </a:pPr>
            <a:endParaRPr lang="en-US"/>
          </a:p>
          <a:p>
            <a:pPr marL="617220" lvl="1" indent="-342900">
              <a:buFont typeface="+mj-lt"/>
              <a:buAutoNum type="alphaLcParenR"/>
            </a:pPr>
            <a:endParaRPr lang="en-US">
              <a:solidFill>
                <a:schemeClr val="tx1"/>
              </a:solidFill>
            </a:endParaRPr>
          </a:p>
          <a:p>
            <a:pPr marL="617220" lvl="1" indent="-342900">
              <a:buAutoNum type="alphaLcParenR"/>
            </a:pPr>
            <a:endParaRPr lang="en-US"/>
          </a:p>
          <a:p>
            <a:pPr marL="617220" lvl="1" indent="-342900">
              <a:buFont typeface="+mj-lt"/>
              <a:buAutoNum type="alphaLcParenR"/>
            </a:pPr>
            <a:r>
              <a:rPr lang="en-US">
                <a:solidFill>
                  <a:schemeClr val="tx1"/>
                </a:solidFill>
              </a:rPr>
              <a:t>Decision tree</a:t>
            </a:r>
          </a:p>
          <a:p>
            <a:pPr marL="617220" lvl="1" indent="-342900">
              <a:buFont typeface="+mj-lt"/>
              <a:buAutoNum type="alphaLcParenR"/>
            </a:pPr>
            <a:r>
              <a:rPr lang="en-US">
                <a:solidFill>
                  <a:schemeClr val="tx1"/>
                </a:solidFill>
              </a:rPr>
              <a:t>Random forest</a:t>
            </a:r>
          </a:p>
          <a:p>
            <a:pPr marL="617220" lvl="1" indent="-342900">
              <a:buFont typeface="+mj-lt"/>
              <a:buAutoNum type="alphaLcParenR"/>
            </a:pPr>
            <a:r>
              <a:rPr lang="en-US" err="1">
                <a:solidFill>
                  <a:schemeClr val="tx1"/>
                </a:solidFill>
              </a:rPr>
              <a:t>XGBoost</a:t>
            </a:r>
            <a:endParaRPr lang="en-US">
              <a:solidFill>
                <a:schemeClr val="tx1"/>
              </a:solidFill>
            </a:endParaRPr>
          </a:p>
          <a:p>
            <a:pPr marL="617220" lvl="1" indent="-342900">
              <a:buFont typeface="+mj-lt"/>
              <a:buAutoNum type="alphaLcParenR"/>
            </a:pPr>
            <a:r>
              <a:rPr lang="en-US">
                <a:solidFill>
                  <a:schemeClr val="tx1"/>
                </a:solidFill>
              </a:rPr>
              <a:t>SGM</a:t>
            </a:r>
          </a:p>
        </p:txBody>
      </p:sp>
    </p:spTree>
    <p:extLst>
      <p:ext uri="{BB962C8B-B14F-4D97-AF65-F5344CB8AC3E}">
        <p14:creationId xmlns:p14="http://schemas.microsoft.com/office/powerpoint/2010/main" val="122395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941A8C-C891-BA34-E6C1-A5B28E2FA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425184"/>
              </p:ext>
            </p:extLst>
          </p:nvPr>
        </p:nvGraphicFramePr>
        <p:xfrm>
          <a:off x="366404" y="1596486"/>
          <a:ext cx="5359838" cy="2990507"/>
        </p:xfrm>
        <a:graphic>
          <a:graphicData uri="http://schemas.openxmlformats.org/drawingml/2006/table">
            <a:tbl>
              <a:tblPr/>
              <a:tblGrid>
                <a:gridCol w="2074591">
                  <a:extLst>
                    <a:ext uri="{9D8B030D-6E8A-4147-A177-3AD203B41FA5}">
                      <a16:colId xmlns:a16="http://schemas.microsoft.com/office/drawing/2014/main" val="2992357163"/>
                    </a:ext>
                  </a:extLst>
                </a:gridCol>
                <a:gridCol w="1965220">
                  <a:extLst>
                    <a:ext uri="{9D8B030D-6E8A-4147-A177-3AD203B41FA5}">
                      <a16:colId xmlns:a16="http://schemas.microsoft.com/office/drawing/2014/main" val="4123223780"/>
                    </a:ext>
                  </a:extLst>
                </a:gridCol>
                <a:gridCol w="1320027">
                  <a:extLst>
                    <a:ext uri="{9D8B030D-6E8A-4147-A177-3AD203B41FA5}">
                      <a16:colId xmlns:a16="http://schemas.microsoft.com/office/drawing/2014/main" val="2789976037"/>
                    </a:ext>
                  </a:extLst>
                </a:gridCol>
              </a:tblGrid>
              <a:tr h="35755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Model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Features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Accuracy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469892"/>
                  </a:ext>
                </a:extLst>
              </a:tr>
              <a:tr h="35525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Multinomial Logistic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total_features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0.3308824 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008462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LDA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</a:t>
                      </a:r>
                      <a:r>
                        <a:rPr lang="en-IN" sz="1400" b="0" i="0" err="1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total_features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0.3253676 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367835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QDA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</a:t>
                      </a:r>
                      <a:r>
                        <a:rPr lang="en-IN" sz="1400" b="0" i="0" err="1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total_features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0.3590686 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342217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MClustDA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</a:t>
                      </a:r>
                      <a:r>
                        <a:rPr lang="en-IN" sz="1400" b="0" i="0" err="1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total_features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ucida Sans" panose="020B0602030504020204" pitchFamily="34" charset="0"/>
                        </a:rPr>
                        <a:t>0.3835784 </a:t>
                      </a:r>
                      <a:endParaRPr lang="en-IN" sz="1400" b="0" i="0"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590926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Decision Tree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</a:t>
                      </a:r>
                      <a:r>
                        <a:rPr lang="en-IN" sz="1400" b="0" i="0" err="1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total_features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0.1838235 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1464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Random Forest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total_features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0.2616422 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718429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XGBoost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</a:t>
                      </a:r>
                      <a:r>
                        <a:rPr lang="en-IN" sz="1400" b="0" i="0" err="1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total_features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0.2665441 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796991"/>
                  </a:ext>
                </a:extLst>
              </a:tr>
              <a:tr h="32538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SVM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3 total_features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0.2224265 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013165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690BBF-FF1E-035A-44D9-407BD4501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73" y="1124258"/>
            <a:ext cx="4876798" cy="35976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/>
              <a:t>Summary table – </a:t>
            </a:r>
            <a:r>
              <a:rPr lang="en-US" b="1"/>
              <a:t>Baseline model comparison</a:t>
            </a:r>
            <a:r>
              <a:rPr lang="en-US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B45E3B-032F-B94E-E61D-987E31A7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7270"/>
              </p:ext>
            </p:extLst>
          </p:nvPr>
        </p:nvGraphicFramePr>
        <p:xfrm>
          <a:off x="6096000" y="1596486"/>
          <a:ext cx="5729596" cy="3002739"/>
        </p:xfrm>
        <a:graphic>
          <a:graphicData uri="http://schemas.openxmlformats.org/drawingml/2006/table">
            <a:tbl>
              <a:tblPr/>
              <a:tblGrid>
                <a:gridCol w="2863196">
                  <a:extLst>
                    <a:ext uri="{9D8B030D-6E8A-4147-A177-3AD203B41FA5}">
                      <a16:colId xmlns:a16="http://schemas.microsoft.com/office/drawing/2014/main" val="1775462784"/>
                    </a:ext>
                  </a:extLst>
                </a:gridCol>
                <a:gridCol w="1538348">
                  <a:extLst>
                    <a:ext uri="{9D8B030D-6E8A-4147-A177-3AD203B41FA5}">
                      <a16:colId xmlns:a16="http://schemas.microsoft.com/office/drawing/2014/main" val="3133642472"/>
                    </a:ext>
                  </a:extLst>
                </a:gridCol>
                <a:gridCol w="1328052">
                  <a:extLst>
                    <a:ext uri="{9D8B030D-6E8A-4147-A177-3AD203B41FA5}">
                      <a16:colId xmlns:a16="http://schemas.microsoft.com/office/drawing/2014/main" val="70066647"/>
                    </a:ext>
                  </a:extLst>
                </a:gridCol>
              </a:tblGrid>
              <a:tr h="3186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Model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Features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Accuracy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68403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Multinomial Logistic (PCA)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Top 17 PCs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0.8033088 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371188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LDA (PCA)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Top 17 PCs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0.7218137 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139566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QDA (PCA)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Top 17 PCs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0.7628676 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11404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 err="1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MClustDA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 (PCA)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Top 17 PCs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0.7904412 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396474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Decision Tree (Full)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ALL 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0.4944853 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66956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Random Forest (Full)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ALL 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Lucida Sans" panose="020B0602030504020204" pitchFamily="34" charset="0"/>
                        </a:rPr>
                        <a:t>0.9368873 </a:t>
                      </a:r>
                      <a:endParaRPr lang="en-IN" sz="1400" b="0" i="0"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144594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XGBoost (Full)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ALL 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0.9099265 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11634"/>
                  </a:ext>
                </a:extLst>
              </a:tr>
              <a:tr h="33550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SVM (Full)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ALL Features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Lucida Sans" panose="020B0602030504020204" pitchFamily="34" charset="0"/>
                        </a:rPr>
                        <a:t>0.8750000 </a:t>
                      </a:r>
                      <a:endParaRPr lang="en-IN" sz="1400" b="0" i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674912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BAA27F-1823-BFA0-C952-D6178645B1E2}"/>
              </a:ext>
            </a:extLst>
          </p:cNvPr>
          <p:cNvSpPr txBox="1">
            <a:spLocks/>
          </p:cNvSpPr>
          <p:nvPr/>
        </p:nvSpPr>
        <p:spPr>
          <a:xfrm>
            <a:off x="6190937" y="1124258"/>
            <a:ext cx="5276537" cy="3597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Summary table – </a:t>
            </a:r>
            <a:r>
              <a:rPr lang="en-US" b="1"/>
              <a:t>Advanced model comparison</a:t>
            </a:r>
            <a:r>
              <a:rPr lang="en-US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3FBEF9-3C05-4C45-4048-10AE8876EA43}"/>
              </a:ext>
            </a:extLst>
          </p:cNvPr>
          <p:cNvCxnSpPr/>
          <p:nvPr/>
        </p:nvCxnSpPr>
        <p:spPr>
          <a:xfrm>
            <a:off x="5921115" y="1109268"/>
            <a:ext cx="0" cy="34627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8A59F4-58E1-BF7C-B254-2D0BC229883E}"/>
              </a:ext>
            </a:extLst>
          </p:cNvPr>
          <p:cNvSpPr txBox="1">
            <a:spLocks/>
          </p:cNvSpPr>
          <p:nvPr/>
        </p:nvSpPr>
        <p:spPr>
          <a:xfrm>
            <a:off x="657072" y="4605189"/>
            <a:ext cx="10075880" cy="19467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Take-away</a:t>
            </a:r>
          </a:p>
          <a:p>
            <a:pPr marL="457200" indent="-457200" algn="ctr">
              <a:buAutoNum type="alphaUcPeriod"/>
            </a:pPr>
            <a:r>
              <a:rPr lang="en-US">
                <a:solidFill>
                  <a:schemeClr val="tx1"/>
                </a:solidFill>
              </a:rPr>
              <a:t>Baseline model: </a:t>
            </a:r>
            <a:r>
              <a:rPr lang="en-US" err="1">
                <a:solidFill>
                  <a:schemeClr val="tx1"/>
                </a:solidFill>
              </a:rPr>
              <a:t>MclustDA</a:t>
            </a:r>
            <a:r>
              <a:rPr lang="en-US">
                <a:solidFill>
                  <a:schemeClr val="tx1"/>
                </a:solidFill>
              </a:rPr>
              <a:t> (UD, DD, &amp; H) with ~38.36% prediction accuracy.</a:t>
            </a:r>
          </a:p>
          <a:p>
            <a:pPr marL="457200" indent="-457200" algn="ctr">
              <a:buAutoNum type="alphaUcPeriod"/>
            </a:pPr>
            <a:r>
              <a:rPr lang="en-US">
                <a:solidFill>
                  <a:schemeClr val="tx1"/>
                </a:solidFill>
              </a:rPr>
              <a:t>Advanced model: Random Forest (Full) with ~</a:t>
            </a:r>
            <a:r>
              <a:rPr lang="en-US" b="1">
                <a:solidFill>
                  <a:schemeClr val="tx1"/>
                </a:solidFill>
              </a:rPr>
              <a:t>93.69%</a:t>
            </a:r>
            <a:r>
              <a:rPr lang="en-US">
                <a:solidFill>
                  <a:schemeClr val="tx1"/>
                </a:solidFill>
              </a:rPr>
              <a:t> prediction accuracy.</a:t>
            </a:r>
          </a:p>
          <a:p>
            <a:r>
              <a:rPr lang="en-US" b="1">
                <a:solidFill>
                  <a:srgbClr val="2C2830"/>
                </a:solidFill>
              </a:rPr>
              <a:t>4.Model Tuning:</a:t>
            </a:r>
            <a:r>
              <a:rPr lang="en-US">
                <a:solidFill>
                  <a:srgbClr val="2C2830"/>
                </a:solidFill>
              </a:rPr>
              <a:t> Random Forest Tuned Accuracy: </a:t>
            </a:r>
            <a:r>
              <a:rPr lang="en-US" b="1">
                <a:solidFill>
                  <a:schemeClr val="tx1"/>
                </a:solidFill>
              </a:rPr>
              <a:t>0.9381127 ~ 93.81%</a:t>
            </a:r>
          </a:p>
        </p:txBody>
      </p:sp>
    </p:spTree>
    <p:extLst>
      <p:ext uri="{BB962C8B-B14F-4D97-AF65-F5344CB8AC3E}">
        <p14:creationId xmlns:p14="http://schemas.microsoft.com/office/powerpoint/2010/main" val="159074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F87AB-7076-E8BF-E310-4BC19F81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63" y="998794"/>
            <a:ext cx="8382791" cy="407770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A20F9B-0115-FA19-0DE9-619CD79EC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763" y="5068335"/>
            <a:ext cx="11403160" cy="16183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/>
              <a:t>Confusion matrix for the fine-tuned random forest model (snipped portion).</a:t>
            </a:r>
          </a:p>
          <a:p>
            <a:r>
              <a:rPr lang="en-US">
                <a:solidFill>
                  <a:srgbClr val="2C2830"/>
                </a:solidFill>
                <a:latin typeface="Bembo"/>
                <a:cs typeface="Times New Roman"/>
              </a:rPr>
              <a:t>Confusion Matrix Insights: Most subjects were classified perfectly or nearly perfectly</a:t>
            </a:r>
            <a:endParaRPr lang="en-US"/>
          </a:p>
          <a:p>
            <a:r>
              <a:rPr lang="en-US">
                <a:solidFill>
                  <a:srgbClr val="2C2830"/>
                </a:solidFill>
                <a:latin typeface="Bembo"/>
                <a:cs typeface="Times New Roman"/>
              </a:rPr>
              <a:t>Misclassifications were rare and usually between very similar subjects (likely with similar typing styles)</a:t>
            </a:r>
            <a:endParaRPr lang="en-US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9E408F-2CEE-D08A-9FE4-057611F9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320" y="3037647"/>
            <a:ext cx="3000794" cy="1505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7A9F4D-8CE4-B3CF-5E78-BF0C831FA602}"/>
              </a:ext>
            </a:extLst>
          </p:cNvPr>
          <p:cNvSpPr txBox="1"/>
          <p:nvPr/>
        </p:nvSpPr>
        <p:spPr>
          <a:xfrm>
            <a:off x="468086" y="428934"/>
            <a:ext cx="11048999" cy="340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2000" b="1">
                <a:solidFill>
                  <a:srgbClr val="000000"/>
                </a:solidFill>
                <a:latin typeface="Times New Roman"/>
                <a:cs typeface="Segoe UI"/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19935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B769E1-C5AF-6C4A-C0FB-9F6FA89C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11" y="577453"/>
            <a:ext cx="10148658" cy="524844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428E79-9280-39EE-AD41-B7D03D64C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79" y="5840529"/>
            <a:ext cx="3764532" cy="499647"/>
          </a:xfrm>
        </p:spPr>
        <p:txBody>
          <a:bodyPr>
            <a:noAutofit/>
          </a:bodyPr>
          <a:lstStyle/>
          <a:p>
            <a:pPr algn="ctr"/>
            <a:r>
              <a:rPr lang="en-US"/>
              <a:t>Random forest statistics (snipped).</a:t>
            </a:r>
          </a:p>
        </p:txBody>
      </p:sp>
    </p:spTree>
    <p:extLst>
      <p:ext uri="{BB962C8B-B14F-4D97-AF65-F5344CB8AC3E}">
        <p14:creationId xmlns:p14="http://schemas.microsoft.com/office/powerpoint/2010/main" val="2296877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13C519-12E0-2376-2120-10A2EB599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311629"/>
              </p:ext>
            </p:extLst>
          </p:nvPr>
        </p:nvGraphicFramePr>
        <p:xfrm>
          <a:off x="374754" y="1139254"/>
          <a:ext cx="6550704" cy="2923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7676">
                  <a:extLst>
                    <a:ext uri="{9D8B030D-6E8A-4147-A177-3AD203B41FA5}">
                      <a16:colId xmlns:a16="http://schemas.microsoft.com/office/drawing/2014/main" val="4071610686"/>
                    </a:ext>
                  </a:extLst>
                </a:gridCol>
                <a:gridCol w="1637676">
                  <a:extLst>
                    <a:ext uri="{9D8B030D-6E8A-4147-A177-3AD203B41FA5}">
                      <a16:colId xmlns:a16="http://schemas.microsoft.com/office/drawing/2014/main" val="591927667"/>
                    </a:ext>
                  </a:extLst>
                </a:gridCol>
                <a:gridCol w="1637676">
                  <a:extLst>
                    <a:ext uri="{9D8B030D-6E8A-4147-A177-3AD203B41FA5}">
                      <a16:colId xmlns:a16="http://schemas.microsoft.com/office/drawing/2014/main" val="2674435611"/>
                    </a:ext>
                  </a:extLst>
                </a:gridCol>
                <a:gridCol w="1637676">
                  <a:extLst>
                    <a:ext uri="{9D8B030D-6E8A-4147-A177-3AD203B41FA5}">
                      <a16:colId xmlns:a16="http://schemas.microsoft.com/office/drawing/2014/main" val="2365680364"/>
                    </a:ext>
                  </a:extLst>
                </a:gridCol>
              </a:tblGrid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Subject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Precision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Recall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F1 Score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1616786"/>
                  </a:ext>
                </a:extLst>
              </a:tr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s022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7694322"/>
                  </a:ext>
                </a:extLst>
              </a:tr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s027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 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25292572"/>
                  </a:ext>
                </a:extLst>
              </a:tr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s033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 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6406688"/>
                  </a:ext>
                </a:extLst>
              </a:tr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s036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 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27387851"/>
                  </a:ext>
                </a:extLst>
              </a:tr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s042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 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889606"/>
                  </a:ext>
                </a:extLst>
              </a:tr>
              <a:tr h="41758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s043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i="0">
                          <a:effectLst/>
                        </a:rPr>
                        <a:t>1.0</a:t>
                      </a:r>
                      <a:endParaRPr lang="en-US" sz="2000" i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9971602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A83ADC-2A8E-557E-6FE0-15F025DD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031" y="534010"/>
            <a:ext cx="3764532" cy="49964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/>
              <a:t>Subjects with Perfect Scores.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CC9B5-8C6C-6898-CEF4-028B5DCD4083}"/>
              </a:ext>
            </a:extLst>
          </p:cNvPr>
          <p:cNvSpPr txBox="1"/>
          <p:nvPr/>
        </p:nvSpPr>
        <p:spPr>
          <a:xfrm>
            <a:off x="6925458" y="1139254"/>
            <a:ext cx="4392114" cy="286232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The model consistently identified these users perfectly.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Indicates their typing behavior 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Distinct (non-overlapping features)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Consistent (low intra-user variability)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These subjects likely have unique timing patterns or distributions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47730-B538-D0DE-43DB-81AA0CB527B2}"/>
              </a:ext>
            </a:extLst>
          </p:cNvPr>
          <p:cNvSpPr txBox="1"/>
          <p:nvPr/>
        </p:nvSpPr>
        <p:spPr>
          <a:xfrm>
            <a:off x="587114" y="4514527"/>
            <a:ext cx="5508886" cy="132343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s022, s027, s033, etc. achieved perfect F1 = 1.0.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These users exhibit highly distinct and consistent typing patterns, making them easy for the model to classify.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61369-1E68-6252-9C33-109F1AD3271F}"/>
              </a:ext>
            </a:extLst>
          </p:cNvPr>
          <p:cNvSpPr txBox="1"/>
          <p:nvPr/>
        </p:nvSpPr>
        <p:spPr>
          <a:xfrm>
            <a:off x="6096000" y="4606967"/>
            <a:ext cx="5653791" cy="101566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Although the Random Forest model achieved 93.8% accuracy, misclassifications were observed, too.</a:t>
            </a:r>
          </a:p>
        </p:txBody>
      </p:sp>
    </p:spTree>
    <p:extLst>
      <p:ext uri="{BB962C8B-B14F-4D97-AF65-F5344CB8AC3E}">
        <p14:creationId xmlns:p14="http://schemas.microsoft.com/office/powerpoint/2010/main" val="3827824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D286C9-6DF8-F37E-E3AB-9BE2BDD23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12" y="826819"/>
            <a:ext cx="9735089" cy="36585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7696B5-8E9E-92B4-6838-EDD7415ECFD0}"/>
              </a:ext>
            </a:extLst>
          </p:cNvPr>
          <p:cNvSpPr txBox="1"/>
          <p:nvPr/>
        </p:nvSpPr>
        <p:spPr>
          <a:xfrm>
            <a:off x="783772" y="4482177"/>
            <a:ext cx="1058091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Misclassifications occurred most frequently between the following subject pairs:</a:t>
            </a: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s051 → s007</a:t>
            </a:r>
            <a:r>
              <a:rPr lang="en-US" sz="2000">
                <a:latin typeface="Times New Roman"/>
                <a:cs typeface="Times New Roman"/>
              </a:rPr>
              <a:t> (4 times)</a:t>
            </a:r>
          </a:p>
          <a:p>
            <a:pPr>
              <a:buFont typeface=""/>
              <a:buChar char="•"/>
            </a:pPr>
            <a:r>
              <a:rPr lang="en-US" sz="2000" b="1">
                <a:latin typeface="Times New Roman"/>
                <a:cs typeface="Times New Roman"/>
              </a:rPr>
              <a:t>s032 ↔ s037</a:t>
            </a:r>
            <a:r>
              <a:rPr lang="en-US" sz="2000">
                <a:latin typeface="Times New Roman"/>
                <a:cs typeface="Times New Roman"/>
              </a:rPr>
              <a:t>, </a:t>
            </a:r>
            <a:r>
              <a:rPr lang="en-US" sz="2000" b="1">
                <a:latin typeface="Times New Roman"/>
                <a:cs typeface="Times New Roman"/>
              </a:rPr>
              <a:t>s031 ↔ s044</a:t>
            </a:r>
            <a:r>
              <a:rPr lang="en-US" sz="2000">
                <a:latin typeface="Times New Roman"/>
                <a:cs typeface="Times New Roman"/>
              </a:rPr>
              <a:t>, and </a:t>
            </a:r>
            <a:r>
              <a:rPr lang="en-US" sz="2000" b="1">
                <a:latin typeface="Times New Roman"/>
                <a:cs typeface="Times New Roman"/>
              </a:rPr>
              <a:t>s013 → s057</a:t>
            </a:r>
            <a:r>
              <a:rPr lang="en-US" sz="2000">
                <a:latin typeface="Times New Roman"/>
                <a:cs typeface="Times New Roman"/>
              </a:rPr>
              <a:t> (3 times each)</a:t>
            </a:r>
          </a:p>
          <a:p>
            <a:pPr>
              <a:buFont typeface="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"/>
              <a:buChar char="•"/>
            </a:pPr>
            <a:r>
              <a:rPr lang="en-US" sz="2000">
                <a:latin typeface="Times New Roman"/>
                <a:cs typeface="Times New Roman"/>
              </a:rPr>
              <a:t>These errors occurred primarily between users with very similar total timing distributions, making it difficult for the model to differentiate.</a:t>
            </a:r>
          </a:p>
          <a:p>
            <a:pPr>
              <a:buFont typeface=""/>
              <a:buChar char="•"/>
            </a:pP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6971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0A1A50-5F4A-99CA-5317-74B645FD0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12" y="1145824"/>
            <a:ext cx="3739148" cy="2642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FB806C-46D5-BED4-A7FB-CD5DF12A3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829" y="1130834"/>
            <a:ext cx="3834652" cy="26428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AD393C-1A67-FDC8-24A5-2B620A78D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831" y="1130833"/>
            <a:ext cx="3739148" cy="26646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555A15-BAB7-BC12-90A8-370D0DA54656}"/>
              </a:ext>
            </a:extLst>
          </p:cNvPr>
          <p:cNvSpPr txBox="1">
            <a:spLocks/>
          </p:cNvSpPr>
          <p:nvPr/>
        </p:nvSpPr>
        <p:spPr>
          <a:xfrm>
            <a:off x="971862" y="4349637"/>
            <a:ext cx="10075880" cy="19903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</a:rPr>
              <a:t>Take-away</a:t>
            </a:r>
          </a:p>
          <a:p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Total Hold Time: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0.85–1.1s</a:t>
            </a:r>
            <a:endParaRPr lang="en-US" sz="1600" b="1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Total DD Time: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1.4–2.0s</a:t>
            </a:r>
            <a:endParaRPr lang="en-US" sz="1600" b="1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Total UD Time: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0.5–1.0s</a:t>
            </a:r>
            <a:endParaRPr lang="en-US" sz="1600" b="1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This suggests these users have nearly indistinguishable keystroke dynamics, explaining the misclassifications.</a:t>
            </a:r>
            <a:endParaRPr lang="en-US" sz="1600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940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08DD34-095D-432C-90C0-5A4CB6EA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78733"/>
            <a:ext cx="9989070" cy="505293"/>
          </a:xfrm>
        </p:spPr>
        <p:txBody>
          <a:bodyPr>
            <a:noAutofit/>
          </a:bodyPr>
          <a:lstStyle/>
          <a:p>
            <a:r>
              <a:rPr lang="en-US" sz="3600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5EDB11-2610-305F-EE44-4914D2F5B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558976"/>
            <a:ext cx="10134600" cy="19487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The Random Forest model achieved the best performance with 93.81%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Most misclassifications arose between users with overlapping typing behaviors.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Feature engineering (total timings) helped create interpretable inputs.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PCA helped reduce dimensionality for simpler models.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608E00-8148-457E-602B-6E985B41B541}"/>
              </a:ext>
            </a:extLst>
          </p:cNvPr>
          <p:cNvSpPr txBox="1">
            <a:spLocks/>
          </p:cNvSpPr>
          <p:nvPr/>
        </p:nvSpPr>
        <p:spPr>
          <a:xfrm>
            <a:off x="1028700" y="3634487"/>
            <a:ext cx="9989070" cy="5052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Recommendations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59C34D-2780-F3AA-132D-F01397D2E9E4}"/>
              </a:ext>
            </a:extLst>
          </p:cNvPr>
          <p:cNvSpPr txBox="1">
            <a:spLocks/>
          </p:cNvSpPr>
          <p:nvPr/>
        </p:nvSpPr>
        <p:spPr>
          <a:xfrm>
            <a:off x="1028700" y="4259700"/>
            <a:ext cx="10134600" cy="95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Random Forest is well-suited for this task due to its robustness and ability to handle high-dimensional, complex feature interactions without requiring aggressive preprocessing. </a:t>
            </a:r>
          </a:p>
        </p:txBody>
      </p:sp>
    </p:spTree>
    <p:extLst>
      <p:ext uri="{BB962C8B-B14F-4D97-AF65-F5344CB8AC3E}">
        <p14:creationId xmlns:p14="http://schemas.microsoft.com/office/powerpoint/2010/main" val="3738490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BF72B76-0F72-D0EC-5FA0-5C6CA365A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78733"/>
            <a:ext cx="9989070" cy="505293"/>
          </a:xfrm>
        </p:spPr>
        <p:txBody>
          <a:bodyPr>
            <a:noAutofit/>
          </a:bodyPr>
          <a:lstStyle/>
          <a:p>
            <a:r>
              <a:rPr lang="en-US" sz="3600"/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5E93BA-4F8D-3FF8-AE3C-428DB772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558975"/>
            <a:ext cx="9989070" cy="3252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Lecture Notes and Resources (STAT 602)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tx1"/>
                </a:solidFill>
              </a:rPr>
              <a:t>Killourhy</a:t>
            </a:r>
            <a:r>
              <a:rPr lang="en-US">
                <a:solidFill>
                  <a:schemeClr val="tx1"/>
                </a:solidFill>
              </a:rPr>
              <a:t>, K. S., &amp; Maxion, R. A. (2009). Comparing anomaly-detection algorithms for keystroke dynamics.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tx1"/>
                </a:solidFill>
              </a:rPr>
              <a:t>Hothorn</a:t>
            </a:r>
            <a:r>
              <a:rPr lang="en-US">
                <a:solidFill>
                  <a:schemeClr val="tx1"/>
                </a:solidFill>
              </a:rPr>
              <a:t>, T., &amp; Everitt, B. S. (2014). A Handbook of Statistical Analyses using R. In Chapman and Hall/</a:t>
            </a:r>
            <a:r>
              <a:rPr lang="en-US" err="1">
                <a:solidFill>
                  <a:schemeClr val="tx1"/>
                </a:solidFill>
              </a:rPr>
              <a:t>CRCeBooks</a:t>
            </a:r>
            <a:r>
              <a:rPr lang="en-US">
                <a:solidFill>
                  <a:schemeClr val="tx1"/>
                </a:solidFill>
              </a:rPr>
              <a:t>. https://doi.org/10.1201/b17081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ChatGPT. (02/2025). Used for debugging and code cleaning. Retrieved from OpenAI </a:t>
            </a:r>
          </a:p>
        </p:txBody>
      </p:sp>
    </p:spTree>
    <p:extLst>
      <p:ext uri="{BB962C8B-B14F-4D97-AF65-F5344CB8AC3E}">
        <p14:creationId xmlns:p14="http://schemas.microsoft.com/office/powerpoint/2010/main" val="1989189754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AdornVTI</vt:lpstr>
      <vt:lpstr>Passcode Project 2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Adhikari, Bibek</dc:creator>
  <cp:revision>1</cp:revision>
  <dcterms:created xsi:type="dcterms:W3CDTF">2025-03-31T23:43:44Z</dcterms:created>
  <dcterms:modified xsi:type="dcterms:W3CDTF">2025-04-01T03:40:04Z</dcterms:modified>
</cp:coreProperties>
</file>