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8" r:id="rId1"/>
    <p:sldMasterId id="2147483729" r:id="rId2"/>
    <p:sldMasterId id="2147483730" r:id="rId3"/>
    <p:sldMasterId id="2147483731" r:id="rId4"/>
  </p:sldMasterIdLst>
  <p:notesMasterIdLst>
    <p:notesMasterId r:id="rId21"/>
  </p:notesMasterIdLst>
  <p:sldIdLst>
    <p:sldId id="256" r:id="rId5"/>
    <p:sldId id="257" r:id="rId6"/>
    <p:sldId id="258" r:id="rId7"/>
    <p:sldId id="271"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2192000" cy="6858000"/>
  <p:notesSz cx="6858000" cy="9144000"/>
  <p:embeddedFontLst>
    <p:embeddedFont>
      <p:font typeface="Play"/>
      <p:regular r:id="rId22"/>
      <p:bold r:id="rId23"/>
    </p:embeddedFont>
    <p:embeddedFont>
      <p:font typeface="Roboto"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F627B30-2BBA-4CCB-A284-7370385F6CDC}">
  <a:tblStyle styleId="{EF627B30-2BBA-4CCB-A284-7370385F6CD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6bab0d8bbf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8" name="Google Shape;378;g26bab0d8bbf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6ba7cd7ee9_4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g26ba7cd7ee9_4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a:extLst>
            <a:ext uri="{FF2B5EF4-FFF2-40B4-BE49-F238E27FC236}">
              <a16:creationId xmlns:a16="http://schemas.microsoft.com/office/drawing/2014/main" id="{AEB82023-DAE4-74CC-F202-61EEC6F20878}"/>
            </a:ext>
          </a:extLst>
        </p:cNvPr>
        <p:cNvGrpSpPr/>
        <p:nvPr/>
      </p:nvGrpSpPr>
      <p:grpSpPr>
        <a:xfrm>
          <a:off x="0" y="0"/>
          <a:ext cx="0" cy="0"/>
          <a:chOff x="0" y="0"/>
          <a:chExt cx="0" cy="0"/>
        </a:xfrm>
      </p:grpSpPr>
      <p:sp>
        <p:nvSpPr>
          <p:cNvPr id="415" name="Google Shape;415;g26bab0d8bbf_10_91:notes">
            <a:extLst>
              <a:ext uri="{FF2B5EF4-FFF2-40B4-BE49-F238E27FC236}">
                <a16:creationId xmlns:a16="http://schemas.microsoft.com/office/drawing/2014/main" id="{BA9F73BD-D646-99E7-F741-415F1820D2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6" name="Google Shape;416;g26bab0d8bbf_10_91:notes">
            <a:extLst>
              <a:ext uri="{FF2B5EF4-FFF2-40B4-BE49-F238E27FC236}">
                <a16:creationId xmlns:a16="http://schemas.microsoft.com/office/drawing/2014/main" id="{4BF32094-EB28-425B-B033-1B00C9479C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20312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6bab0d8bbf_1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6" name="Google Shape;416;g26bab0d8bbf_1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26bab0d8bbf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g26bab0d8bbf_1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6bab0d8bbf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1" name="Google Shape;431;g26bab0d8bbf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6bab0d8bbf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0" name="Google Shape;440;g26bab0d8bbf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14e600917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g314e600917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14e600917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8" name="Google Shape;458;g314e600917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14e600917e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g314e600917e_0_3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 name="Google Shape;48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14e600917e_0_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9" name="Google Shape;489;g314e600917e_0_5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14e600917e_0_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4" name="Google Shape;494;g314e600917e_0_5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3.xml"/><Relationship Id="rId4" Type="http://schemas.openxmlformats.org/officeDocument/2006/relationships/image" Target="../media/image20.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4.xml"/><Relationship Id="rId4" Type="http://schemas.openxmlformats.org/officeDocument/2006/relationships/image" Target="../media/image20.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DkBlue">
  <p:cSld name="Title Slide-DkBlu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24000" y="2828545"/>
            <a:ext cx="9144000" cy="1010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 name="Google Shape;10;p2"/>
          <p:cNvSpPr txBox="1">
            <a:spLocks noGrp="1"/>
          </p:cNvSpPr>
          <p:nvPr>
            <p:ph type="subTitle" idx="1"/>
          </p:nvPr>
        </p:nvSpPr>
        <p:spPr>
          <a:xfrm>
            <a:off x="1524000" y="3690652"/>
            <a:ext cx="9144000" cy="4335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1" name="Google Shape;11;p2"/>
          <p:cNvSpPr txBox="1">
            <a:spLocks noGrp="1"/>
          </p:cNvSpPr>
          <p:nvPr>
            <p:ph type="body" idx="2"/>
          </p:nvPr>
        </p:nvSpPr>
        <p:spPr>
          <a:xfrm>
            <a:off x="414496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_LtBlue">
  <p:cSld name="Title Slide_LtBlu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438912" y="2828545"/>
            <a:ext cx="9144000" cy="1010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 name="Google Shape;14;p3"/>
          <p:cNvSpPr txBox="1">
            <a:spLocks noGrp="1"/>
          </p:cNvSpPr>
          <p:nvPr>
            <p:ph type="subTitle" idx="1"/>
          </p:nvPr>
        </p:nvSpPr>
        <p:spPr>
          <a:xfrm>
            <a:off x="438912" y="3690652"/>
            <a:ext cx="9144000" cy="43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3750"/>
              </a:buClr>
              <a:buSzPts val="2800"/>
              <a:buFont typeface="Arial"/>
              <a:buNone/>
              <a:defRPr sz="2800" b="0" i="0" u="none" strike="noStrike" cap="none">
                <a:solidFill>
                  <a:srgbClr val="00375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5" name="Google Shape;15;p3"/>
          <p:cNvSpPr txBox="1">
            <a:spLocks noGrp="1"/>
          </p:cNvSpPr>
          <p:nvPr>
            <p:ph type="body" idx="2"/>
          </p:nvPr>
        </p:nvSpPr>
        <p:spPr>
          <a:xfrm>
            <a:off x="43891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_WHT">
  <p:cSld name="Title Slide_WHT">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4"/>
          <p:cNvSpPr txBox="1">
            <a:spLocks noGrp="1"/>
          </p:cNvSpPr>
          <p:nvPr>
            <p:ph type="ctrTitle"/>
          </p:nvPr>
        </p:nvSpPr>
        <p:spPr>
          <a:xfrm>
            <a:off x="2762725" y="2828545"/>
            <a:ext cx="9144000" cy="1010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Clr>
                <a:srgbClr val="003750"/>
              </a:buClr>
              <a:buSzPts val="5400"/>
              <a:buFont typeface="Arial"/>
              <a:buNone/>
              <a:defRPr sz="5400" b="0" i="0">
                <a:solidFill>
                  <a:srgbClr val="003750"/>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 name="Google Shape;18;p4"/>
          <p:cNvSpPr txBox="1">
            <a:spLocks noGrp="1"/>
          </p:cNvSpPr>
          <p:nvPr>
            <p:ph type="subTitle" idx="1"/>
          </p:nvPr>
        </p:nvSpPr>
        <p:spPr>
          <a:xfrm>
            <a:off x="2762725" y="3690652"/>
            <a:ext cx="9144000" cy="433500"/>
          </a:xfrm>
          <a:prstGeom prst="rect">
            <a:avLst/>
          </a:prstGeom>
          <a:noFill/>
          <a:ln>
            <a:noFill/>
          </a:ln>
        </p:spPr>
        <p:txBody>
          <a:bodyPr spcFirstLastPara="1" wrap="square" lIns="91425" tIns="45700" rIns="91425" bIns="45700" anchor="t" anchorCtr="0">
            <a:noAutofit/>
          </a:bodyPr>
          <a:lstStyle>
            <a:lvl1pPr marR="0" lvl="0" algn="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9" name="Google Shape;19;p4"/>
          <p:cNvSpPr txBox="1">
            <a:spLocks noGrp="1"/>
          </p:cNvSpPr>
          <p:nvPr>
            <p:ph type="body" idx="2"/>
          </p:nvPr>
        </p:nvSpPr>
        <p:spPr>
          <a:xfrm>
            <a:off x="8004651"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foSlideWithPic_DkBlue">
  <p:cSld name="InfoSlideWithPic_DkBlue">
    <p:bg>
      <p:bgPr>
        <a:blipFill>
          <a:blip r:embed="rId2">
            <a:alphaModFix/>
          </a:blip>
          <a:stretch>
            <a:fillRect/>
          </a:stretch>
        </a:blipFill>
        <a:effectLst/>
      </p:bgPr>
    </p:bg>
    <p:spTree>
      <p:nvGrpSpPr>
        <p:cNvPr id="1" name="Shape 20"/>
        <p:cNvGrpSpPr/>
        <p:nvPr/>
      </p:nvGrpSpPr>
      <p:grpSpPr>
        <a:xfrm>
          <a:off x="0" y="0"/>
          <a:ext cx="0" cy="0"/>
          <a:chOff x="0" y="0"/>
          <a:chExt cx="0" cy="0"/>
        </a:xfrm>
      </p:grpSpPr>
      <p:pic>
        <p:nvPicPr>
          <p:cNvPr id="21" name="Google Shape;21;p5"/>
          <p:cNvPicPr preferRelativeResize="0"/>
          <p:nvPr/>
        </p:nvPicPr>
        <p:blipFill rotWithShape="1">
          <a:blip r:embed="rId3">
            <a:alphaModFix/>
          </a:blip>
          <a:srcRect/>
          <a:stretch/>
        </p:blipFill>
        <p:spPr>
          <a:xfrm rot="10800000" flipH="1">
            <a:off x="3316941" y="6925"/>
            <a:ext cx="8875057" cy="6858001"/>
          </a:xfrm>
          <a:prstGeom prst="rect">
            <a:avLst/>
          </a:prstGeom>
          <a:noFill/>
          <a:ln>
            <a:noFill/>
          </a:ln>
        </p:spPr>
      </p:pic>
      <p:sp>
        <p:nvSpPr>
          <p:cNvPr id="22" name="Google Shape;22;p5"/>
          <p:cNvSpPr>
            <a:spLocks noGrp="1"/>
          </p:cNvSpPr>
          <p:nvPr>
            <p:ph type="pic" idx="2"/>
          </p:nvPr>
        </p:nvSpPr>
        <p:spPr>
          <a:xfrm>
            <a:off x="6102725" y="4"/>
            <a:ext cx="6098400" cy="6864900"/>
          </a:xfrm>
          <a:prstGeom prst="rect">
            <a:avLst/>
          </a:prstGeom>
          <a:solidFill>
            <a:srgbClr val="D8D8D8"/>
          </a:solidFill>
          <a:ln>
            <a:noFill/>
          </a:ln>
        </p:spPr>
      </p:sp>
      <p:sp>
        <p:nvSpPr>
          <p:cNvPr id="23" name="Google Shape;23;p5"/>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5"/>
          <p:cNvSpPr txBox="1">
            <a:spLocks noGrp="1"/>
          </p:cNvSpPr>
          <p:nvPr>
            <p:ph type="body" idx="3"/>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foSlideWithPics_LtBlue">
  <p:cSld name="InfoSlideWithPics_LtBlue">
    <p:bg>
      <p:bgPr>
        <a:blipFill>
          <a:blip r:embed="rId2">
            <a:alphaModFix/>
          </a:blip>
          <a:stretch>
            <a:fillRect/>
          </a:stretch>
        </a:blipFill>
        <a:effectLst/>
      </p:bgPr>
    </p:bg>
    <p:spTree>
      <p:nvGrpSpPr>
        <p:cNvPr id="1" name="Shape 25"/>
        <p:cNvGrpSpPr/>
        <p:nvPr/>
      </p:nvGrpSpPr>
      <p:grpSpPr>
        <a:xfrm>
          <a:off x="0" y="0"/>
          <a:ext cx="0" cy="0"/>
          <a:chOff x="0" y="0"/>
          <a:chExt cx="0" cy="0"/>
        </a:xfrm>
      </p:grpSpPr>
      <p:pic>
        <p:nvPicPr>
          <p:cNvPr id="26" name="Google Shape;26;p6"/>
          <p:cNvPicPr preferRelativeResize="0"/>
          <p:nvPr/>
        </p:nvPicPr>
        <p:blipFill rotWithShape="1">
          <a:blip r:embed="rId3">
            <a:alphaModFix/>
          </a:blip>
          <a:srcRect/>
          <a:stretch/>
        </p:blipFill>
        <p:spPr>
          <a:xfrm flipH="1">
            <a:off x="925609" y="0"/>
            <a:ext cx="8875057" cy="6858001"/>
          </a:xfrm>
          <a:prstGeom prst="rect">
            <a:avLst/>
          </a:prstGeom>
          <a:noFill/>
          <a:ln>
            <a:noFill/>
          </a:ln>
        </p:spPr>
      </p:pic>
      <p:sp>
        <p:nvSpPr>
          <p:cNvPr id="27" name="Google Shape;27;p6"/>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6"/>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 name="Google Shape;29;p6"/>
          <p:cNvSpPr>
            <a:spLocks noGrp="1"/>
          </p:cNvSpPr>
          <p:nvPr>
            <p:ph type="pic" idx="3"/>
          </p:nvPr>
        </p:nvSpPr>
        <p:spPr>
          <a:xfrm>
            <a:off x="7562850" y="2"/>
            <a:ext cx="4629300" cy="3429000"/>
          </a:xfrm>
          <a:prstGeom prst="rect">
            <a:avLst/>
          </a:prstGeom>
          <a:solidFill>
            <a:srgbClr val="D8D8D8"/>
          </a:solidFill>
          <a:ln>
            <a:noFill/>
          </a:ln>
        </p:spPr>
      </p:sp>
      <p:sp>
        <p:nvSpPr>
          <p:cNvPr id="30" name="Google Shape;30;p6"/>
          <p:cNvSpPr>
            <a:spLocks noGrp="1"/>
          </p:cNvSpPr>
          <p:nvPr>
            <p:ph type="pic" idx="4"/>
          </p:nvPr>
        </p:nvSpPr>
        <p:spPr>
          <a:xfrm>
            <a:off x="7562850" y="3429003"/>
            <a:ext cx="4629300" cy="3429000"/>
          </a:xfrm>
          <a:prstGeom prst="rect">
            <a:avLst/>
          </a:prstGeom>
          <a:solidFill>
            <a:srgbClr val="D8D8D8"/>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foSlideWithPic_WHT">
  <p:cSld name="InfoSlideWithPic_WHT">
    <p:bg>
      <p:bgPr>
        <a:blipFill>
          <a:blip r:embed="rId2">
            <a:alphaModFix/>
          </a:blip>
          <a:stretch>
            <a:fillRect/>
          </a:stretch>
        </a:blipFill>
        <a:effectLst/>
      </p:bgPr>
    </p:bg>
    <p:spTree>
      <p:nvGrpSpPr>
        <p:cNvPr id="1" name="Shape 31"/>
        <p:cNvGrpSpPr/>
        <p:nvPr/>
      </p:nvGrpSpPr>
      <p:grpSpPr>
        <a:xfrm>
          <a:off x="0" y="0"/>
          <a:ext cx="0" cy="0"/>
          <a:chOff x="0" y="0"/>
          <a:chExt cx="0" cy="0"/>
        </a:xfrm>
      </p:grpSpPr>
      <p:pic>
        <p:nvPicPr>
          <p:cNvPr id="32" name="Google Shape;32;p7"/>
          <p:cNvPicPr preferRelativeResize="0"/>
          <p:nvPr/>
        </p:nvPicPr>
        <p:blipFill rotWithShape="1">
          <a:blip r:embed="rId3">
            <a:alphaModFix/>
          </a:blip>
          <a:srcRect/>
          <a:stretch/>
        </p:blipFill>
        <p:spPr>
          <a:xfrm>
            <a:off x="491427" y="-5681"/>
            <a:ext cx="8889764" cy="6869364"/>
          </a:xfrm>
          <a:prstGeom prst="rect">
            <a:avLst/>
          </a:prstGeom>
          <a:noFill/>
          <a:ln>
            <a:noFill/>
          </a:ln>
        </p:spPr>
      </p:pic>
      <p:sp>
        <p:nvSpPr>
          <p:cNvPr id="33" name="Google Shape;33;p7"/>
          <p:cNvSpPr txBox="1">
            <a:spLocks noGrp="1"/>
          </p:cNvSpPr>
          <p:nvPr>
            <p:ph type="body" idx="1"/>
          </p:nvPr>
        </p:nvSpPr>
        <p:spPr>
          <a:xfrm>
            <a:off x="5985170" y="1628670"/>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 name="Google Shape;34;p7"/>
          <p:cNvSpPr txBox="1">
            <a:spLocks noGrp="1"/>
          </p:cNvSpPr>
          <p:nvPr>
            <p:ph type="body" idx="2"/>
          </p:nvPr>
        </p:nvSpPr>
        <p:spPr>
          <a:xfrm>
            <a:off x="5984260" y="243215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7"/>
          <p:cNvSpPr>
            <a:spLocks noGrp="1"/>
          </p:cNvSpPr>
          <p:nvPr>
            <p:ph type="pic" idx="3"/>
          </p:nvPr>
        </p:nvSpPr>
        <p:spPr>
          <a:xfrm>
            <a:off x="-4811" y="362100"/>
            <a:ext cx="3893100" cy="6124800"/>
          </a:xfrm>
          <a:prstGeom prst="rect">
            <a:avLst/>
          </a:prstGeom>
          <a:solidFill>
            <a:srgbClr val="D8D8D8"/>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foSlide_DkBlue">
  <p:cSld name="InfoSlide_DkBlue">
    <p:bg>
      <p:bgPr>
        <a:blipFill>
          <a:blip r:embed="rId2">
            <a:alphaModFix/>
          </a:blip>
          <a:stretch>
            <a:fillRect/>
          </a:stretch>
        </a:blipFill>
        <a:effectLst/>
      </p:bgPr>
    </p:bg>
    <p:spTree>
      <p:nvGrpSpPr>
        <p:cNvPr id="1" name="Shape 36"/>
        <p:cNvGrpSpPr/>
        <p:nvPr/>
      </p:nvGrpSpPr>
      <p:grpSpPr>
        <a:xfrm>
          <a:off x="0" y="0"/>
          <a:ext cx="0" cy="0"/>
          <a:chOff x="0" y="0"/>
          <a:chExt cx="0" cy="0"/>
        </a:xfrm>
      </p:grpSpPr>
      <p:pic>
        <p:nvPicPr>
          <p:cNvPr id="37" name="Google Shape;37;p8"/>
          <p:cNvPicPr preferRelativeResize="0"/>
          <p:nvPr/>
        </p:nvPicPr>
        <p:blipFill rotWithShape="1">
          <a:blip r:embed="rId3">
            <a:alphaModFix/>
          </a:blip>
          <a:srcRect/>
          <a:stretch/>
        </p:blipFill>
        <p:spPr>
          <a:xfrm flipH="1">
            <a:off x="3316943" y="2"/>
            <a:ext cx="8875057" cy="6858001"/>
          </a:xfrm>
          <a:prstGeom prst="rect">
            <a:avLst/>
          </a:prstGeom>
          <a:noFill/>
          <a:ln>
            <a:noFill/>
          </a:ln>
        </p:spPr>
      </p:pic>
      <p:sp>
        <p:nvSpPr>
          <p:cNvPr id="38" name="Google Shape;38;p8"/>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9" name="Google Shape;39;p8"/>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nfoSlide_LtBlue">
  <p:cSld name="InfoSlide_LtBlue">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9"/>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9"/>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43" name="Google Shape;43;p9"/>
          <p:cNvPicPr preferRelativeResize="0"/>
          <p:nvPr/>
        </p:nvPicPr>
        <p:blipFill rotWithShape="1">
          <a:blip r:embed="rId3">
            <a:alphaModFix/>
          </a:blip>
          <a:srcRect/>
          <a:stretch/>
        </p:blipFill>
        <p:spPr>
          <a:xfrm flipH="1">
            <a:off x="3316943" y="2"/>
            <a:ext cx="8875057" cy="685800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InfoSlide_DkBlue">
  <p:cSld name="2_InfoSlide_DkBlue">
    <p:bg>
      <p:bgPr>
        <a:blipFill>
          <a:blip r:embed="rId2">
            <a:alphaModFix/>
          </a:blip>
          <a:stretch>
            <a:fillRect/>
          </a:stretch>
        </a:blipFill>
        <a:effectLst/>
      </p:bgPr>
    </p:bg>
    <p:spTree>
      <p:nvGrpSpPr>
        <p:cNvPr id="1" name="Shape 44"/>
        <p:cNvGrpSpPr/>
        <p:nvPr/>
      </p:nvGrpSpPr>
      <p:grpSpPr>
        <a:xfrm>
          <a:off x="0" y="0"/>
          <a:ext cx="0" cy="0"/>
          <a:chOff x="0" y="0"/>
          <a:chExt cx="0" cy="0"/>
        </a:xfrm>
      </p:grpSpPr>
      <p:pic>
        <p:nvPicPr>
          <p:cNvPr id="45" name="Google Shape;45;p10"/>
          <p:cNvPicPr preferRelativeResize="0"/>
          <p:nvPr/>
        </p:nvPicPr>
        <p:blipFill rotWithShape="1">
          <a:blip r:embed="rId3">
            <a:alphaModFix/>
          </a:blip>
          <a:srcRect/>
          <a:stretch/>
        </p:blipFill>
        <p:spPr>
          <a:xfrm>
            <a:off x="0" y="0"/>
            <a:ext cx="8875057" cy="6858001"/>
          </a:xfrm>
          <a:prstGeom prst="rect">
            <a:avLst/>
          </a:prstGeom>
          <a:noFill/>
          <a:ln>
            <a:noFill/>
          </a:ln>
        </p:spPr>
      </p:pic>
      <p:sp>
        <p:nvSpPr>
          <p:cNvPr id="46" name="Google Shape;46;p10"/>
          <p:cNvSpPr txBox="1">
            <a:spLocks noGrp="1"/>
          </p:cNvSpPr>
          <p:nvPr>
            <p:ph type="body" idx="1"/>
          </p:nvPr>
        </p:nvSpPr>
        <p:spPr>
          <a:xfrm>
            <a:off x="660817" y="2389745"/>
            <a:ext cx="5103000" cy="14646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7" name="Google Shape;47;p10"/>
          <p:cNvSpPr txBox="1">
            <a:spLocks noGrp="1"/>
          </p:cNvSpPr>
          <p:nvPr>
            <p:ph type="body" idx="2"/>
          </p:nvPr>
        </p:nvSpPr>
        <p:spPr>
          <a:xfrm>
            <a:off x="5998520" y="238974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Divider_DkBlue">
  <p:cSld name="SectionDivider_DkBlue">
    <p:bg>
      <p:bgPr>
        <a:blipFill>
          <a:blip r:embed="rId2">
            <a:alphaModFix/>
          </a:blip>
          <a:stretch>
            <a:fillRect/>
          </a:stretch>
        </a:blipFill>
        <a:effectLst/>
      </p:bgPr>
    </p:bg>
    <p:spTree>
      <p:nvGrpSpPr>
        <p:cNvPr id="1" name="Shape 48"/>
        <p:cNvGrpSpPr/>
        <p:nvPr/>
      </p:nvGrpSpPr>
      <p:grpSpPr>
        <a:xfrm>
          <a:off x="0" y="0"/>
          <a:ext cx="0" cy="0"/>
          <a:chOff x="0" y="0"/>
          <a:chExt cx="0" cy="0"/>
        </a:xfrm>
      </p:grpSpPr>
      <p:pic>
        <p:nvPicPr>
          <p:cNvPr id="49" name="Google Shape;49;p11"/>
          <p:cNvPicPr preferRelativeResize="0"/>
          <p:nvPr/>
        </p:nvPicPr>
        <p:blipFill rotWithShape="1">
          <a:blip r:embed="rId3">
            <a:alphaModFix/>
          </a:blip>
          <a:srcRect/>
          <a:stretch/>
        </p:blipFill>
        <p:spPr>
          <a:xfrm flipH="1">
            <a:off x="3316942" y="2"/>
            <a:ext cx="8875057" cy="6858001"/>
          </a:xfrm>
          <a:prstGeom prst="rect">
            <a:avLst/>
          </a:prstGeom>
          <a:noFill/>
          <a:ln>
            <a:noFill/>
          </a:ln>
        </p:spPr>
      </p:pic>
      <p:sp>
        <p:nvSpPr>
          <p:cNvPr id="50" name="Google Shape;50;p11"/>
          <p:cNvSpPr>
            <a:spLocks noGrp="1"/>
          </p:cNvSpPr>
          <p:nvPr>
            <p:ph type="pic" idx="2"/>
          </p:nvPr>
        </p:nvSpPr>
        <p:spPr>
          <a:xfrm>
            <a:off x="2" y="2057400"/>
            <a:ext cx="12192000" cy="2743200"/>
          </a:xfrm>
          <a:prstGeom prst="rect">
            <a:avLst/>
          </a:prstGeom>
          <a:solidFill>
            <a:srgbClr val="D8D8D8"/>
          </a:solidFill>
          <a:ln>
            <a:noFill/>
          </a:ln>
        </p:spPr>
      </p:sp>
      <p:sp>
        <p:nvSpPr>
          <p:cNvPr id="51" name="Google Shape;51;p11"/>
          <p:cNvSpPr txBox="1">
            <a:spLocks noGrp="1"/>
          </p:cNvSpPr>
          <p:nvPr>
            <p:ph type="body" idx="1"/>
          </p:nvPr>
        </p:nvSpPr>
        <p:spPr>
          <a:xfrm>
            <a:off x="0" y="5591964"/>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Divider_LtBlue">
  <p:cSld name="SectionDivider_LtBlue">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12"/>
          <p:cNvSpPr txBox="1">
            <a:spLocks noGrp="1"/>
          </p:cNvSpPr>
          <p:nvPr>
            <p:ph type="body" idx="1"/>
          </p:nvPr>
        </p:nvSpPr>
        <p:spPr>
          <a:xfrm>
            <a:off x="0" y="3176982"/>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54" name="Google Shape;54;p12"/>
          <p:cNvPicPr preferRelativeResize="0"/>
          <p:nvPr/>
        </p:nvPicPr>
        <p:blipFill rotWithShape="1">
          <a:blip r:embed="rId3">
            <a:alphaModFix/>
          </a:blip>
          <a:srcRect/>
          <a:stretch/>
        </p:blipFill>
        <p:spPr>
          <a:xfrm>
            <a:off x="3316941" y="2"/>
            <a:ext cx="8875057" cy="685800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Divider_WHT">
  <p:cSld name="SectionDivider_WHT">
    <p:bg>
      <p:bgPr>
        <a:blipFill>
          <a:blip r:embed="rId2">
            <a:alphaModFix/>
          </a:blip>
          <a:stretch>
            <a:fillRect/>
          </a:stretch>
        </a:blipFill>
        <a:effectLst/>
      </p:bgPr>
    </p:bg>
    <p:spTree>
      <p:nvGrpSpPr>
        <p:cNvPr id="1" name="Shape 55"/>
        <p:cNvGrpSpPr/>
        <p:nvPr/>
      </p:nvGrpSpPr>
      <p:grpSpPr>
        <a:xfrm>
          <a:off x="0" y="0"/>
          <a:ext cx="0" cy="0"/>
          <a:chOff x="0" y="0"/>
          <a:chExt cx="0" cy="0"/>
        </a:xfrm>
      </p:grpSpPr>
      <p:pic>
        <p:nvPicPr>
          <p:cNvPr id="56" name="Google Shape;56;p13"/>
          <p:cNvPicPr preferRelativeResize="0"/>
          <p:nvPr/>
        </p:nvPicPr>
        <p:blipFill rotWithShape="1">
          <a:blip r:embed="rId3">
            <a:alphaModFix/>
          </a:blip>
          <a:srcRect/>
          <a:stretch/>
        </p:blipFill>
        <p:spPr>
          <a:xfrm>
            <a:off x="7074568" y="0"/>
            <a:ext cx="8875057" cy="6858001"/>
          </a:xfrm>
          <a:prstGeom prst="rect">
            <a:avLst/>
          </a:prstGeom>
          <a:noFill/>
          <a:ln>
            <a:noFill/>
          </a:ln>
        </p:spPr>
      </p:pic>
      <p:sp>
        <p:nvSpPr>
          <p:cNvPr id="57" name="Google Shape;57;p13"/>
          <p:cNvSpPr/>
          <p:nvPr/>
        </p:nvSpPr>
        <p:spPr>
          <a:xfrm flipH="1">
            <a:off x="-3807445" y="0"/>
            <a:ext cx="8875200" cy="6858000"/>
          </a:xfrm>
          <a:prstGeom prst="rect">
            <a:avLst/>
          </a:prstGeom>
          <a:solidFill>
            <a:srgbClr val="FFFFFF"/>
          </a:solidFill>
          <a:ln>
            <a:noFill/>
          </a:ln>
        </p:spPr>
      </p:sp>
      <p:sp>
        <p:nvSpPr>
          <p:cNvPr id="58" name="Google Shape;58;p13"/>
          <p:cNvSpPr>
            <a:spLocks noGrp="1"/>
          </p:cNvSpPr>
          <p:nvPr>
            <p:ph type="pic" idx="2"/>
          </p:nvPr>
        </p:nvSpPr>
        <p:spPr>
          <a:xfrm>
            <a:off x="2439679" y="0"/>
            <a:ext cx="7320900" cy="6864300"/>
          </a:xfrm>
          <a:prstGeom prst="rect">
            <a:avLst/>
          </a:prstGeom>
          <a:solidFill>
            <a:srgbClr val="D8D8D8"/>
          </a:solidFill>
          <a:ln>
            <a:noFill/>
          </a:ln>
        </p:spPr>
      </p:sp>
      <p:sp>
        <p:nvSpPr>
          <p:cNvPr id="59" name="Google Shape;59;p13"/>
          <p:cNvSpPr txBox="1">
            <a:spLocks noGrp="1"/>
          </p:cNvSpPr>
          <p:nvPr>
            <p:ph type="title"/>
          </p:nvPr>
        </p:nvSpPr>
        <p:spPr>
          <a:xfrm>
            <a:off x="6888938" y="2855226"/>
            <a:ext cx="5303100" cy="1147500"/>
          </a:xfrm>
          <a:prstGeom prst="rect">
            <a:avLst/>
          </a:prstGeom>
          <a:solidFill>
            <a:srgbClr val="003750"/>
          </a:solid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rgbClr val="F2F2F2"/>
              </a:buClr>
              <a:buSzPts val="3200"/>
              <a:buFont typeface="Arial"/>
              <a:buNone/>
              <a:defRPr sz="3200" b="0" i="0">
                <a:solidFill>
                  <a:srgbClr val="F2F2F2"/>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Slide_DkBlue">
  <p:cSld name="QuoteSlide_DkBlue">
    <p:bg>
      <p:bgPr>
        <a:blipFill>
          <a:blip r:embed="rId2">
            <a:alphaModFix/>
          </a:blip>
          <a:stretch>
            <a:fillRect/>
          </a:stretch>
        </a:blipFill>
        <a:effectLst/>
      </p:bgPr>
    </p:bg>
    <p:spTree>
      <p:nvGrpSpPr>
        <p:cNvPr id="1" name="Shape 60"/>
        <p:cNvGrpSpPr/>
        <p:nvPr/>
      </p:nvGrpSpPr>
      <p:grpSpPr>
        <a:xfrm>
          <a:off x="0" y="0"/>
          <a:ext cx="0" cy="0"/>
          <a:chOff x="0" y="0"/>
          <a:chExt cx="0" cy="0"/>
        </a:xfrm>
      </p:grpSpPr>
      <p:pic>
        <p:nvPicPr>
          <p:cNvPr id="61" name="Google Shape;61;p14"/>
          <p:cNvPicPr preferRelativeResize="0"/>
          <p:nvPr/>
        </p:nvPicPr>
        <p:blipFill rotWithShape="1">
          <a:blip r:embed="rId3">
            <a:alphaModFix/>
          </a:blip>
          <a:srcRect/>
          <a:stretch/>
        </p:blipFill>
        <p:spPr>
          <a:xfrm rot="10800000">
            <a:off x="4762752" y="0"/>
            <a:ext cx="7429248" cy="5740783"/>
          </a:xfrm>
          <a:prstGeom prst="rect">
            <a:avLst/>
          </a:prstGeom>
          <a:noFill/>
          <a:ln>
            <a:noFill/>
          </a:ln>
        </p:spPr>
      </p:pic>
      <p:sp>
        <p:nvSpPr>
          <p:cNvPr id="62" name="Google Shape;62;p14"/>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400"/>
              <a:buFont typeface="Arial"/>
              <a:buNone/>
              <a:defRPr sz="4400" b="1" i="1"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14"/>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600" b="1" i="0" u="none" strike="noStrike" cap="none">
                <a:latin typeface="Play"/>
                <a:ea typeface="Play"/>
                <a:cs typeface="Play"/>
                <a:sym typeface="Play"/>
              </a:rPr>
              <a:t>“</a:t>
            </a:r>
            <a:endParaRPr/>
          </a:p>
        </p:txBody>
      </p:sp>
      <p:sp>
        <p:nvSpPr>
          <p:cNvPr id="64" name="Google Shape;64;p14"/>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14"/>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Slide_LtBlue">
  <p:cSld name="QuoteSlide_LtBlue">
    <p:bg>
      <p:bgPr>
        <a:blipFill>
          <a:blip r:embed="rId2">
            <a:alphaModFix/>
          </a:blip>
          <a:stretch>
            <a:fillRect/>
          </a:stretch>
        </a:blipFill>
        <a:effectLst/>
      </p:bgPr>
    </p:bg>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a:stretch/>
        </p:blipFill>
        <p:spPr>
          <a:xfrm flipH="1">
            <a:off x="3316943" y="2"/>
            <a:ext cx="8875057" cy="6858001"/>
          </a:xfrm>
          <a:prstGeom prst="rect">
            <a:avLst/>
          </a:prstGeom>
          <a:noFill/>
          <a:ln>
            <a:noFill/>
          </a:ln>
        </p:spPr>
      </p:pic>
      <p:sp>
        <p:nvSpPr>
          <p:cNvPr id="68" name="Google Shape;68;p15"/>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400"/>
              <a:buFont typeface="Arial"/>
              <a:buNone/>
              <a:defRPr sz="4400" b="1" i="1"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 name="Google Shape;69;p15"/>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600" b="1" i="0">
                <a:latin typeface="Play"/>
                <a:ea typeface="Play"/>
                <a:cs typeface="Play"/>
                <a:sym typeface="Play"/>
              </a:rPr>
              <a:t>“</a:t>
            </a:r>
            <a:endParaRPr/>
          </a:p>
        </p:txBody>
      </p:sp>
      <p:sp>
        <p:nvSpPr>
          <p:cNvPr id="70" name="Google Shape;70;p15"/>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 name="Google Shape;71;p15"/>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HexImages_DkBlue">
  <p:cSld name="TwoHexImages_DkBlue">
    <p:bg>
      <p:bgPr>
        <a:blipFill>
          <a:blip r:embed="rId2">
            <a:alphaModFix/>
          </a:blip>
          <a:stretch>
            <a:fillRect/>
          </a:stretch>
        </a:blipFill>
        <a:effectLst/>
      </p:bgPr>
    </p:bg>
    <p:spTree>
      <p:nvGrpSpPr>
        <p:cNvPr id="1" name="Shape 72"/>
        <p:cNvGrpSpPr/>
        <p:nvPr/>
      </p:nvGrpSpPr>
      <p:grpSpPr>
        <a:xfrm>
          <a:off x="0" y="0"/>
          <a:ext cx="0" cy="0"/>
          <a:chOff x="0" y="0"/>
          <a:chExt cx="0" cy="0"/>
        </a:xfrm>
      </p:grpSpPr>
      <p:pic>
        <p:nvPicPr>
          <p:cNvPr id="73" name="Google Shape;73;p16"/>
          <p:cNvPicPr preferRelativeResize="0"/>
          <p:nvPr/>
        </p:nvPicPr>
        <p:blipFill rotWithShape="1">
          <a:blip r:embed="rId3">
            <a:alphaModFix/>
          </a:blip>
          <a:srcRect/>
          <a:stretch/>
        </p:blipFill>
        <p:spPr>
          <a:xfrm>
            <a:off x="6342229" y="2"/>
            <a:ext cx="8875057" cy="6858001"/>
          </a:xfrm>
          <a:prstGeom prst="rect">
            <a:avLst/>
          </a:prstGeom>
          <a:noFill/>
          <a:ln>
            <a:noFill/>
          </a:ln>
        </p:spPr>
      </p:pic>
      <p:pic>
        <p:nvPicPr>
          <p:cNvPr id="74" name="Google Shape;74;p16"/>
          <p:cNvPicPr preferRelativeResize="0"/>
          <p:nvPr/>
        </p:nvPicPr>
        <p:blipFill rotWithShape="1">
          <a:blip r:embed="rId4">
            <a:alphaModFix/>
          </a:blip>
          <a:srcRect/>
          <a:stretch/>
        </p:blipFill>
        <p:spPr>
          <a:xfrm rot="10800000">
            <a:off x="-1281189" y="3948696"/>
            <a:ext cx="9091865" cy="7025533"/>
          </a:xfrm>
          <a:prstGeom prst="rect">
            <a:avLst/>
          </a:prstGeom>
          <a:noFill/>
          <a:ln>
            <a:noFill/>
          </a:ln>
        </p:spPr>
      </p:pic>
      <p:sp>
        <p:nvSpPr>
          <p:cNvPr id="75" name="Google Shape;75;p16"/>
          <p:cNvSpPr>
            <a:spLocks noGrp="1"/>
          </p:cNvSpPr>
          <p:nvPr>
            <p:ph type="pic" idx="2"/>
          </p:nvPr>
        </p:nvSpPr>
        <p:spPr>
          <a:xfrm>
            <a:off x="5999562" y="2991328"/>
            <a:ext cx="4033200" cy="3897300"/>
          </a:xfrm>
          <a:prstGeom prst="rect">
            <a:avLst/>
          </a:prstGeom>
          <a:solidFill>
            <a:srgbClr val="D8D8D8"/>
          </a:solidFill>
          <a:ln w="57150" cap="flat" cmpd="sng">
            <a:solidFill>
              <a:srgbClr val="00A9DB">
                <a:alpha val="74900"/>
              </a:srgbClr>
            </a:solidFill>
            <a:prstDash val="solid"/>
            <a:round/>
            <a:headEnd type="none" w="sm" len="sm"/>
            <a:tailEnd type="none" w="sm" len="sm"/>
          </a:ln>
        </p:spPr>
      </p:sp>
      <p:sp>
        <p:nvSpPr>
          <p:cNvPr id="76" name="Google Shape;76;p16"/>
          <p:cNvSpPr>
            <a:spLocks noGrp="1"/>
          </p:cNvSpPr>
          <p:nvPr>
            <p:ph type="pic" idx="3"/>
          </p:nvPr>
        </p:nvSpPr>
        <p:spPr>
          <a:xfrm>
            <a:off x="2081285" y="-20320"/>
            <a:ext cx="5187600" cy="5254800"/>
          </a:xfrm>
          <a:prstGeom prst="rect">
            <a:avLst/>
          </a:prstGeom>
          <a:solidFill>
            <a:srgbClr val="D8D8D8"/>
          </a:solidFill>
          <a:ln w="57150" cap="flat" cmpd="sng">
            <a:solidFill>
              <a:srgbClr val="00A9DB">
                <a:alpha val="74900"/>
              </a:srgbClr>
            </a:solidFill>
            <a:prstDash val="solid"/>
            <a:round/>
            <a:headEnd type="none" w="sm" len="sm"/>
            <a:tailEnd type="none" w="sm" len="sm"/>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HexImages_WHT">
  <p:cSld name="TwoHexImages_WHT">
    <p:bg>
      <p:bgPr>
        <a:blipFill>
          <a:blip r:embed="rId2">
            <a:alphaModFix/>
          </a:blip>
          <a:stretch>
            <a:fillRect/>
          </a:stretch>
        </a:blipFill>
        <a:effectLst/>
      </p:bgPr>
    </p:bg>
    <p:spTree>
      <p:nvGrpSpPr>
        <p:cNvPr id="1" name="Shape 77"/>
        <p:cNvGrpSpPr/>
        <p:nvPr/>
      </p:nvGrpSpPr>
      <p:grpSpPr>
        <a:xfrm>
          <a:off x="0" y="0"/>
          <a:ext cx="0" cy="0"/>
          <a:chOff x="0" y="0"/>
          <a:chExt cx="0" cy="0"/>
        </a:xfrm>
      </p:grpSpPr>
      <p:pic>
        <p:nvPicPr>
          <p:cNvPr id="78" name="Google Shape;78;p17"/>
          <p:cNvPicPr preferRelativeResize="0"/>
          <p:nvPr/>
        </p:nvPicPr>
        <p:blipFill rotWithShape="1">
          <a:blip r:embed="rId3">
            <a:alphaModFix/>
          </a:blip>
          <a:srcRect/>
          <a:stretch/>
        </p:blipFill>
        <p:spPr>
          <a:xfrm>
            <a:off x="6017109" y="2"/>
            <a:ext cx="8875057" cy="6858001"/>
          </a:xfrm>
          <a:prstGeom prst="rect">
            <a:avLst/>
          </a:prstGeom>
          <a:noFill/>
          <a:ln>
            <a:noFill/>
          </a:ln>
        </p:spPr>
      </p:pic>
      <p:sp>
        <p:nvSpPr>
          <p:cNvPr id="79" name="Google Shape;79;p17"/>
          <p:cNvSpPr/>
          <p:nvPr/>
        </p:nvSpPr>
        <p:spPr>
          <a:xfrm rot="10800000">
            <a:off x="-2104349" y="-30336"/>
            <a:ext cx="8875200" cy="4812600"/>
          </a:xfrm>
          <a:prstGeom prst="rect">
            <a:avLst/>
          </a:prstGeom>
          <a:solidFill>
            <a:srgbClr val="FFFFFF"/>
          </a:solidFill>
          <a:ln>
            <a:noFill/>
          </a:ln>
        </p:spPr>
      </p:sp>
      <p:sp>
        <p:nvSpPr>
          <p:cNvPr id="80" name="Google Shape;80;p17"/>
          <p:cNvSpPr>
            <a:spLocks noGrp="1"/>
          </p:cNvSpPr>
          <p:nvPr>
            <p:ph type="pic" idx="2"/>
          </p:nvPr>
        </p:nvSpPr>
        <p:spPr>
          <a:xfrm>
            <a:off x="2333322" y="2991328"/>
            <a:ext cx="4033200" cy="3897300"/>
          </a:xfrm>
          <a:prstGeom prst="rect">
            <a:avLst/>
          </a:prstGeom>
          <a:solidFill>
            <a:srgbClr val="D8D8D8"/>
          </a:solidFill>
          <a:ln w="57150" cap="flat" cmpd="sng">
            <a:solidFill>
              <a:srgbClr val="00A9DB">
                <a:alpha val="74900"/>
              </a:srgbClr>
            </a:solidFill>
            <a:prstDash val="solid"/>
            <a:round/>
            <a:headEnd type="none" w="sm" len="sm"/>
            <a:tailEnd type="none" w="sm" len="sm"/>
          </a:ln>
        </p:spPr>
      </p:sp>
      <p:sp>
        <p:nvSpPr>
          <p:cNvPr id="81" name="Google Shape;81;p17"/>
          <p:cNvSpPr>
            <a:spLocks noGrp="1"/>
          </p:cNvSpPr>
          <p:nvPr>
            <p:ph type="pic" idx="3"/>
          </p:nvPr>
        </p:nvSpPr>
        <p:spPr>
          <a:xfrm>
            <a:off x="4214885" y="-71120"/>
            <a:ext cx="5187600" cy="5254800"/>
          </a:xfrm>
          <a:prstGeom prst="rect">
            <a:avLst/>
          </a:prstGeom>
          <a:solidFill>
            <a:srgbClr val="D8D8D8"/>
          </a:solidFill>
          <a:ln w="57150" cap="flat" cmpd="sng">
            <a:solidFill>
              <a:srgbClr val="00A9DB">
                <a:alpha val="74900"/>
              </a:srgbClr>
            </a:solidFill>
            <a:prstDash val="solid"/>
            <a:round/>
            <a:headEnd type="none" w="sm" len="sm"/>
            <a:tailEnd type="none" w="sm" len="sm"/>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gendaSlide_WHT">
  <p:cSld name="AgendaSlide_WHT">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838200" y="1330326"/>
            <a:ext cx="5257800" cy="933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003750"/>
              </a:buClr>
              <a:buSzPts val="4000"/>
              <a:buFont typeface="Arial"/>
              <a:buNone/>
              <a:defRPr sz="4000" b="0" i="0">
                <a:solidFill>
                  <a:srgbClr val="003750"/>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 name="Google Shape;84;p18"/>
          <p:cNvSpPr txBox="1">
            <a:spLocks noGrp="1"/>
          </p:cNvSpPr>
          <p:nvPr>
            <p:ph type="body" idx="1"/>
          </p:nvPr>
        </p:nvSpPr>
        <p:spPr>
          <a:xfrm>
            <a:off x="838200" y="2387602"/>
            <a:ext cx="5257800" cy="35274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00A9DB"/>
              </a:buClr>
              <a:buSzPts val="2000"/>
              <a:buFont typeface="Arial"/>
              <a:buChar char="•"/>
              <a:defRPr sz="2000" b="0" i="0" u="none" strike="noStrike" cap="none">
                <a:solidFill>
                  <a:srgbClr val="00A9DB"/>
                </a:solidFill>
                <a:latin typeface="Arial"/>
                <a:ea typeface="Arial"/>
                <a:cs typeface="Arial"/>
                <a:sym typeface="Arial"/>
              </a:defRPr>
            </a:lvl1pPr>
            <a:lvl2pPr marL="914400" marR="0" lvl="1" indent="-342900" algn="l" rtl="0">
              <a:lnSpc>
                <a:spcPct val="90000"/>
              </a:lnSpc>
              <a:spcBef>
                <a:spcPts val="500"/>
              </a:spcBef>
              <a:spcAft>
                <a:spcPts val="0"/>
              </a:spcAft>
              <a:buClr>
                <a:srgbClr val="00A9DB"/>
              </a:buClr>
              <a:buSzPts val="1800"/>
              <a:buFont typeface="Arial"/>
              <a:buChar char="•"/>
              <a:defRPr sz="1800" b="0" i="0" u="none" strike="noStrike" cap="none">
                <a:solidFill>
                  <a:srgbClr val="00A9DB"/>
                </a:solidFill>
                <a:latin typeface="Arial"/>
                <a:ea typeface="Arial"/>
                <a:cs typeface="Arial"/>
                <a:sym typeface="Arial"/>
              </a:defRPr>
            </a:lvl2pPr>
            <a:lvl3pPr marL="1371600" marR="0" lvl="2" indent="-330200" algn="l" rtl="0">
              <a:lnSpc>
                <a:spcPct val="90000"/>
              </a:lnSpc>
              <a:spcBef>
                <a:spcPts val="500"/>
              </a:spcBef>
              <a:spcAft>
                <a:spcPts val="0"/>
              </a:spcAft>
              <a:buClr>
                <a:srgbClr val="00A9DB"/>
              </a:buClr>
              <a:buSzPts val="1600"/>
              <a:buFont typeface="Arial"/>
              <a:buChar char="•"/>
              <a:defRPr sz="1600" b="0" i="0" u="none" strike="noStrike" cap="none">
                <a:solidFill>
                  <a:srgbClr val="00A9DB"/>
                </a:solidFill>
                <a:latin typeface="Arial"/>
                <a:ea typeface="Arial"/>
                <a:cs typeface="Arial"/>
                <a:sym typeface="Arial"/>
              </a:defRPr>
            </a:lvl3pPr>
            <a:lvl4pPr marL="1828800" marR="0" lvl="3"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4pPr>
            <a:lvl5pPr marL="2286000" marR="0" lvl="4"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85" name="Google Shape;85;p18"/>
          <p:cNvPicPr preferRelativeResize="0"/>
          <p:nvPr/>
        </p:nvPicPr>
        <p:blipFill rotWithShape="1">
          <a:blip r:embed="rId3">
            <a:alphaModFix/>
          </a:blip>
          <a:srcRect/>
          <a:stretch/>
        </p:blipFill>
        <p:spPr>
          <a:xfrm rot="10800000">
            <a:off x="3316943" y="-1"/>
            <a:ext cx="8875057" cy="68580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atSlide_WHT">
  <p:cSld name="StatSlide_WHT">
    <p:bg>
      <p:bgPr>
        <a:blipFill>
          <a:blip r:embed="rId2">
            <a:alphaModFix/>
          </a:blip>
          <a:stretch>
            <a:fillRect/>
          </a:stretch>
        </a:blipFill>
        <a:effectLst/>
      </p:bgPr>
    </p:bg>
    <p:spTree>
      <p:nvGrpSpPr>
        <p:cNvPr id="1" name="Shape 86"/>
        <p:cNvGrpSpPr/>
        <p:nvPr/>
      </p:nvGrpSpPr>
      <p:grpSpPr>
        <a:xfrm>
          <a:off x="0" y="0"/>
          <a:ext cx="0" cy="0"/>
          <a:chOff x="0" y="0"/>
          <a:chExt cx="0" cy="0"/>
        </a:xfrm>
      </p:grpSpPr>
      <p:pic>
        <p:nvPicPr>
          <p:cNvPr id="87" name="Google Shape;87;p19"/>
          <p:cNvPicPr preferRelativeResize="0"/>
          <p:nvPr/>
        </p:nvPicPr>
        <p:blipFill rotWithShape="1">
          <a:blip r:embed="rId3">
            <a:alphaModFix/>
          </a:blip>
          <a:srcRect/>
          <a:stretch/>
        </p:blipFill>
        <p:spPr>
          <a:xfrm rot="10800000" flipH="1">
            <a:off x="3316941" y="-1"/>
            <a:ext cx="8875057" cy="6858001"/>
          </a:xfrm>
          <a:prstGeom prst="rect">
            <a:avLst/>
          </a:prstGeom>
          <a:noFill/>
          <a:ln>
            <a:noFill/>
          </a:ln>
        </p:spPr>
      </p:pic>
      <p:sp>
        <p:nvSpPr>
          <p:cNvPr id="88" name="Google Shape;88;p19"/>
          <p:cNvSpPr txBox="1">
            <a:spLocks noGrp="1"/>
          </p:cNvSpPr>
          <p:nvPr>
            <p:ph type="title"/>
          </p:nvPr>
        </p:nvSpPr>
        <p:spPr>
          <a:xfrm>
            <a:off x="-1" y="2040584"/>
            <a:ext cx="7473900" cy="199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SzPts val="15000"/>
              <a:buFont typeface="Arial"/>
              <a:buNone/>
              <a:defRPr sz="15000" b="0" i="0">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 name="Google Shape;89;p19"/>
          <p:cNvSpPr txBox="1">
            <a:spLocks noGrp="1"/>
          </p:cNvSpPr>
          <p:nvPr>
            <p:ph type="body" idx="1"/>
          </p:nvPr>
        </p:nvSpPr>
        <p:spPr>
          <a:xfrm>
            <a:off x="4560635" y="3547360"/>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3600"/>
              <a:buFont typeface="Arial"/>
              <a:buNone/>
              <a:defRPr sz="36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tatSlide_DkBlue">
  <p:cSld name="StatSlide_DkBlue">
    <p:bg>
      <p:bgPr>
        <a:blipFill>
          <a:blip r:embed="rId2">
            <a:alphaModFix/>
          </a:blip>
          <a:stretch>
            <a:fillRect/>
          </a:stretch>
        </a:blipFill>
        <a:effectLst/>
      </p:bgPr>
    </p:bg>
    <p:spTree>
      <p:nvGrpSpPr>
        <p:cNvPr id="1" name="Shape 90"/>
        <p:cNvGrpSpPr/>
        <p:nvPr/>
      </p:nvGrpSpPr>
      <p:grpSpPr>
        <a:xfrm>
          <a:off x="0" y="0"/>
          <a:ext cx="0" cy="0"/>
          <a:chOff x="0" y="0"/>
          <a:chExt cx="0" cy="0"/>
        </a:xfrm>
      </p:grpSpPr>
      <p:pic>
        <p:nvPicPr>
          <p:cNvPr id="91" name="Google Shape;91;p20"/>
          <p:cNvPicPr preferRelativeResize="0"/>
          <p:nvPr/>
        </p:nvPicPr>
        <p:blipFill rotWithShape="1">
          <a:blip r:embed="rId3">
            <a:alphaModFix/>
          </a:blip>
          <a:srcRect/>
          <a:stretch/>
        </p:blipFill>
        <p:spPr>
          <a:xfrm rot="10800000">
            <a:off x="4183217" y="0"/>
            <a:ext cx="8875057" cy="6858001"/>
          </a:xfrm>
          <a:prstGeom prst="rect">
            <a:avLst/>
          </a:prstGeom>
          <a:noFill/>
          <a:ln>
            <a:noFill/>
          </a:ln>
        </p:spPr>
      </p:pic>
      <p:sp>
        <p:nvSpPr>
          <p:cNvPr id="92" name="Google Shape;92;p20"/>
          <p:cNvSpPr txBox="1">
            <a:spLocks noGrp="1"/>
          </p:cNvSpPr>
          <p:nvPr>
            <p:ph type="title"/>
          </p:nvPr>
        </p:nvSpPr>
        <p:spPr>
          <a:xfrm>
            <a:off x="-1" y="2442920"/>
            <a:ext cx="7473900" cy="199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SzPts val="15000"/>
              <a:buFont typeface="Arial"/>
              <a:buNone/>
              <a:defRPr sz="15000" b="0" i="0">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 name="Google Shape;93;p20"/>
          <p:cNvSpPr txBox="1">
            <a:spLocks noGrp="1"/>
          </p:cNvSpPr>
          <p:nvPr>
            <p:ph type="body" idx="1"/>
          </p:nvPr>
        </p:nvSpPr>
        <p:spPr>
          <a:xfrm>
            <a:off x="4560635" y="3949696"/>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4"/>
        <p:cNvGrpSpPr/>
        <p:nvPr/>
      </p:nvGrpSpPr>
      <p:grpSpPr>
        <a:xfrm>
          <a:off x="0" y="0"/>
          <a:ext cx="0" cy="0"/>
          <a:chOff x="0" y="0"/>
          <a:chExt cx="0" cy="0"/>
        </a:xfrm>
      </p:grpSpPr>
      <p:sp>
        <p:nvSpPr>
          <p:cNvPr id="95" name="Google Shape;95;p21"/>
          <p:cNvSpPr>
            <a:spLocks noGrp="1"/>
          </p:cNvSpPr>
          <p:nvPr>
            <p:ph type="pic" idx="2"/>
          </p:nvPr>
        </p:nvSpPr>
        <p:spPr>
          <a:xfrm>
            <a:off x="4109704" y="1137603"/>
            <a:ext cx="3972600" cy="4582800"/>
          </a:xfrm>
          <a:prstGeom prst="rect">
            <a:avLst/>
          </a:prstGeom>
          <a:solidFill>
            <a:srgbClr val="A8A7AB"/>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DkBlue">
  <p:cSld name="Title Slide-DkBlue">
    <p:bg>
      <p:bgPr>
        <a:blipFill>
          <a:blip r:embed="rId2">
            <a:alphaModFix/>
          </a:blip>
          <a:stretch>
            <a:fillRect/>
          </a:stretch>
        </a:blipFill>
        <a:effectLst/>
      </p:bgPr>
    </p:bg>
    <p:spTree>
      <p:nvGrpSpPr>
        <p:cNvPr id="1" name="Shape 99"/>
        <p:cNvGrpSpPr/>
        <p:nvPr/>
      </p:nvGrpSpPr>
      <p:grpSpPr>
        <a:xfrm>
          <a:off x="0" y="0"/>
          <a:ext cx="0" cy="0"/>
          <a:chOff x="0" y="0"/>
          <a:chExt cx="0" cy="0"/>
        </a:xfrm>
      </p:grpSpPr>
      <p:sp>
        <p:nvSpPr>
          <p:cNvPr id="100" name="Google Shape;100;p23"/>
          <p:cNvSpPr txBox="1">
            <a:spLocks noGrp="1"/>
          </p:cNvSpPr>
          <p:nvPr>
            <p:ph type="ctrTitle"/>
          </p:nvPr>
        </p:nvSpPr>
        <p:spPr>
          <a:xfrm>
            <a:off x="1524000" y="2828545"/>
            <a:ext cx="9144000" cy="1010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1" name="Google Shape;101;p23"/>
          <p:cNvSpPr txBox="1">
            <a:spLocks noGrp="1"/>
          </p:cNvSpPr>
          <p:nvPr>
            <p:ph type="subTitle" idx="1"/>
          </p:nvPr>
        </p:nvSpPr>
        <p:spPr>
          <a:xfrm>
            <a:off x="1524000" y="3690652"/>
            <a:ext cx="9144000" cy="4335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02" name="Google Shape;102;p23"/>
          <p:cNvSpPr txBox="1">
            <a:spLocks noGrp="1"/>
          </p:cNvSpPr>
          <p:nvPr>
            <p:ph type="body" idx="2"/>
          </p:nvPr>
        </p:nvSpPr>
        <p:spPr>
          <a:xfrm>
            <a:off x="414496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_LtBlue">
  <p:cSld name="Title Slide_LtBlue">
    <p:bg>
      <p:bgPr>
        <a:blipFill>
          <a:blip r:embed="rId2">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4"/>
          <p:cNvSpPr txBox="1">
            <a:spLocks noGrp="1"/>
          </p:cNvSpPr>
          <p:nvPr>
            <p:ph type="ctrTitle"/>
          </p:nvPr>
        </p:nvSpPr>
        <p:spPr>
          <a:xfrm>
            <a:off x="438912" y="2828545"/>
            <a:ext cx="9144000" cy="1010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5" name="Google Shape;105;p24"/>
          <p:cNvSpPr txBox="1">
            <a:spLocks noGrp="1"/>
          </p:cNvSpPr>
          <p:nvPr>
            <p:ph type="subTitle" idx="1"/>
          </p:nvPr>
        </p:nvSpPr>
        <p:spPr>
          <a:xfrm>
            <a:off x="438912" y="3690652"/>
            <a:ext cx="9144000" cy="43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3750"/>
              </a:buClr>
              <a:buSzPts val="2800"/>
              <a:buFont typeface="Arial"/>
              <a:buNone/>
              <a:defRPr sz="2800" b="0" i="0" u="none" strike="noStrike" cap="none">
                <a:solidFill>
                  <a:srgbClr val="00375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06" name="Google Shape;106;p24"/>
          <p:cNvSpPr txBox="1">
            <a:spLocks noGrp="1"/>
          </p:cNvSpPr>
          <p:nvPr>
            <p:ph type="body" idx="2"/>
          </p:nvPr>
        </p:nvSpPr>
        <p:spPr>
          <a:xfrm>
            <a:off x="43891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_WHT">
  <p:cSld name="Title Slide_WHT">
    <p:bg>
      <p:bgPr>
        <a:blipFill>
          <a:blip r:embed="rId2">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5"/>
          <p:cNvSpPr txBox="1">
            <a:spLocks noGrp="1"/>
          </p:cNvSpPr>
          <p:nvPr>
            <p:ph type="ctrTitle"/>
          </p:nvPr>
        </p:nvSpPr>
        <p:spPr>
          <a:xfrm>
            <a:off x="2762725" y="2828545"/>
            <a:ext cx="9144000" cy="1010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Clr>
                <a:srgbClr val="003750"/>
              </a:buClr>
              <a:buSzPts val="5400"/>
              <a:buFont typeface="Arial"/>
              <a:buNone/>
              <a:defRPr sz="5400" b="0" i="0">
                <a:solidFill>
                  <a:srgbClr val="003750"/>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9" name="Google Shape;109;p25"/>
          <p:cNvSpPr txBox="1">
            <a:spLocks noGrp="1"/>
          </p:cNvSpPr>
          <p:nvPr>
            <p:ph type="subTitle" idx="1"/>
          </p:nvPr>
        </p:nvSpPr>
        <p:spPr>
          <a:xfrm>
            <a:off x="2762725" y="3690652"/>
            <a:ext cx="9144000" cy="433500"/>
          </a:xfrm>
          <a:prstGeom prst="rect">
            <a:avLst/>
          </a:prstGeom>
          <a:noFill/>
          <a:ln>
            <a:noFill/>
          </a:ln>
        </p:spPr>
        <p:txBody>
          <a:bodyPr spcFirstLastPara="1" wrap="square" lIns="91425" tIns="45700" rIns="91425" bIns="45700" anchor="t" anchorCtr="0">
            <a:noAutofit/>
          </a:bodyPr>
          <a:lstStyle>
            <a:lvl1pPr marR="0" lvl="0" algn="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10" name="Google Shape;110;p25"/>
          <p:cNvSpPr txBox="1">
            <a:spLocks noGrp="1"/>
          </p:cNvSpPr>
          <p:nvPr>
            <p:ph type="body" idx="2"/>
          </p:nvPr>
        </p:nvSpPr>
        <p:spPr>
          <a:xfrm>
            <a:off x="8004651"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nfoSlideWithPic_DkBlue">
  <p:cSld name="InfoSlideWithPic_DkBlue">
    <p:bg>
      <p:bgPr>
        <a:blipFill>
          <a:blip r:embed="rId2">
            <a:alphaModFix/>
          </a:blip>
          <a:stretch>
            <a:fillRect/>
          </a:stretch>
        </a:blipFill>
        <a:effectLst/>
      </p:bgPr>
    </p:bg>
    <p:spTree>
      <p:nvGrpSpPr>
        <p:cNvPr id="1" name="Shape 111"/>
        <p:cNvGrpSpPr/>
        <p:nvPr/>
      </p:nvGrpSpPr>
      <p:grpSpPr>
        <a:xfrm>
          <a:off x="0" y="0"/>
          <a:ext cx="0" cy="0"/>
          <a:chOff x="0" y="0"/>
          <a:chExt cx="0" cy="0"/>
        </a:xfrm>
      </p:grpSpPr>
      <p:pic>
        <p:nvPicPr>
          <p:cNvPr id="112" name="Google Shape;112;p26"/>
          <p:cNvPicPr preferRelativeResize="0"/>
          <p:nvPr/>
        </p:nvPicPr>
        <p:blipFill rotWithShape="1">
          <a:blip r:embed="rId3">
            <a:alphaModFix/>
          </a:blip>
          <a:srcRect/>
          <a:stretch/>
        </p:blipFill>
        <p:spPr>
          <a:xfrm rot="10800000" flipH="1">
            <a:off x="3316941" y="6925"/>
            <a:ext cx="8875056" cy="6858001"/>
          </a:xfrm>
          <a:prstGeom prst="rect">
            <a:avLst/>
          </a:prstGeom>
          <a:noFill/>
          <a:ln>
            <a:noFill/>
          </a:ln>
        </p:spPr>
      </p:pic>
      <p:sp>
        <p:nvSpPr>
          <p:cNvPr id="113" name="Google Shape;113;p26"/>
          <p:cNvSpPr>
            <a:spLocks noGrp="1"/>
          </p:cNvSpPr>
          <p:nvPr>
            <p:ph type="pic" idx="2"/>
          </p:nvPr>
        </p:nvSpPr>
        <p:spPr>
          <a:xfrm>
            <a:off x="6102725" y="4"/>
            <a:ext cx="6098400" cy="6864900"/>
          </a:xfrm>
          <a:prstGeom prst="rect">
            <a:avLst/>
          </a:prstGeom>
          <a:solidFill>
            <a:srgbClr val="D8D8D8"/>
          </a:solidFill>
          <a:ln>
            <a:noFill/>
          </a:ln>
        </p:spPr>
      </p:sp>
      <p:sp>
        <p:nvSpPr>
          <p:cNvPr id="114" name="Google Shape;114;p26"/>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5" name="Google Shape;115;p26"/>
          <p:cNvSpPr txBox="1">
            <a:spLocks noGrp="1"/>
          </p:cNvSpPr>
          <p:nvPr>
            <p:ph type="body" idx="3"/>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InfoSlideWithPics_LtBlue">
  <p:cSld name="InfoSlideWithPics_LtBlue">
    <p:bg>
      <p:bgPr>
        <a:blipFill>
          <a:blip r:embed="rId2">
            <a:alphaModFix/>
          </a:blip>
          <a:stretch>
            <a:fillRect/>
          </a:stretch>
        </a:blipFill>
        <a:effectLst/>
      </p:bgPr>
    </p:bg>
    <p:spTree>
      <p:nvGrpSpPr>
        <p:cNvPr id="1" name="Shape 116"/>
        <p:cNvGrpSpPr/>
        <p:nvPr/>
      </p:nvGrpSpPr>
      <p:grpSpPr>
        <a:xfrm>
          <a:off x="0" y="0"/>
          <a:ext cx="0" cy="0"/>
          <a:chOff x="0" y="0"/>
          <a:chExt cx="0" cy="0"/>
        </a:xfrm>
      </p:grpSpPr>
      <p:pic>
        <p:nvPicPr>
          <p:cNvPr id="117" name="Google Shape;117;p27"/>
          <p:cNvPicPr preferRelativeResize="0"/>
          <p:nvPr/>
        </p:nvPicPr>
        <p:blipFill rotWithShape="1">
          <a:blip r:embed="rId3">
            <a:alphaModFix/>
          </a:blip>
          <a:srcRect/>
          <a:stretch/>
        </p:blipFill>
        <p:spPr>
          <a:xfrm flipH="1">
            <a:off x="925610" y="0"/>
            <a:ext cx="8875056" cy="6858001"/>
          </a:xfrm>
          <a:prstGeom prst="rect">
            <a:avLst/>
          </a:prstGeom>
          <a:noFill/>
          <a:ln>
            <a:noFill/>
          </a:ln>
        </p:spPr>
      </p:pic>
      <p:sp>
        <p:nvSpPr>
          <p:cNvPr id="118" name="Google Shape;118;p27"/>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9" name="Google Shape;119;p27"/>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0" name="Google Shape;120;p27"/>
          <p:cNvSpPr>
            <a:spLocks noGrp="1"/>
          </p:cNvSpPr>
          <p:nvPr>
            <p:ph type="pic" idx="3"/>
          </p:nvPr>
        </p:nvSpPr>
        <p:spPr>
          <a:xfrm>
            <a:off x="7562850" y="2"/>
            <a:ext cx="4629300" cy="3429000"/>
          </a:xfrm>
          <a:prstGeom prst="rect">
            <a:avLst/>
          </a:prstGeom>
          <a:solidFill>
            <a:srgbClr val="D8D8D8"/>
          </a:solidFill>
          <a:ln>
            <a:noFill/>
          </a:ln>
        </p:spPr>
      </p:sp>
      <p:sp>
        <p:nvSpPr>
          <p:cNvPr id="121" name="Google Shape;121;p27"/>
          <p:cNvSpPr>
            <a:spLocks noGrp="1"/>
          </p:cNvSpPr>
          <p:nvPr>
            <p:ph type="pic" idx="4"/>
          </p:nvPr>
        </p:nvSpPr>
        <p:spPr>
          <a:xfrm>
            <a:off x="7562850" y="3429003"/>
            <a:ext cx="4629300" cy="3429000"/>
          </a:xfrm>
          <a:prstGeom prst="rect">
            <a:avLst/>
          </a:prstGeom>
          <a:solidFill>
            <a:srgbClr val="D8D8D8"/>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InfoSlideWithPic_WHT">
  <p:cSld name="InfoSlideWithPic_WHT">
    <p:bg>
      <p:bgPr>
        <a:blipFill>
          <a:blip r:embed="rId2">
            <a:alphaModFix/>
          </a:blip>
          <a:stretch>
            <a:fillRect/>
          </a:stretch>
        </a:blipFill>
        <a:effectLst/>
      </p:bgPr>
    </p:bg>
    <p:spTree>
      <p:nvGrpSpPr>
        <p:cNvPr id="1" name="Shape 122"/>
        <p:cNvGrpSpPr/>
        <p:nvPr/>
      </p:nvGrpSpPr>
      <p:grpSpPr>
        <a:xfrm>
          <a:off x="0" y="0"/>
          <a:ext cx="0" cy="0"/>
          <a:chOff x="0" y="0"/>
          <a:chExt cx="0" cy="0"/>
        </a:xfrm>
      </p:grpSpPr>
      <p:pic>
        <p:nvPicPr>
          <p:cNvPr id="123" name="Google Shape;123;p28"/>
          <p:cNvPicPr preferRelativeResize="0"/>
          <p:nvPr/>
        </p:nvPicPr>
        <p:blipFill rotWithShape="1">
          <a:blip r:embed="rId3">
            <a:alphaModFix/>
          </a:blip>
          <a:srcRect/>
          <a:stretch/>
        </p:blipFill>
        <p:spPr>
          <a:xfrm>
            <a:off x="491427" y="-5681"/>
            <a:ext cx="8889763" cy="6869361"/>
          </a:xfrm>
          <a:prstGeom prst="rect">
            <a:avLst/>
          </a:prstGeom>
          <a:noFill/>
          <a:ln>
            <a:noFill/>
          </a:ln>
        </p:spPr>
      </p:pic>
      <p:sp>
        <p:nvSpPr>
          <p:cNvPr id="124" name="Google Shape;124;p28"/>
          <p:cNvSpPr txBox="1">
            <a:spLocks noGrp="1"/>
          </p:cNvSpPr>
          <p:nvPr>
            <p:ph type="body" idx="1"/>
          </p:nvPr>
        </p:nvSpPr>
        <p:spPr>
          <a:xfrm>
            <a:off x="5985170" y="1628670"/>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28"/>
          <p:cNvSpPr txBox="1">
            <a:spLocks noGrp="1"/>
          </p:cNvSpPr>
          <p:nvPr>
            <p:ph type="body" idx="2"/>
          </p:nvPr>
        </p:nvSpPr>
        <p:spPr>
          <a:xfrm>
            <a:off x="5984260" y="243215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28"/>
          <p:cNvSpPr>
            <a:spLocks noGrp="1"/>
          </p:cNvSpPr>
          <p:nvPr>
            <p:ph type="pic" idx="3"/>
          </p:nvPr>
        </p:nvSpPr>
        <p:spPr>
          <a:xfrm>
            <a:off x="-4811" y="362100"/>
            <a:ext cx="3893100" cy="6124800"/>
          </a:xfrm>
          <a:prstGeom prst="rect">
            <a:avLst/>
          </a:prstGeom>
          <a:solidFill>
            <a:srgbClr val="D8D8D8"/>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InfoSlide_DkBlue">
  <p:cSld name="InfoSlide_DkBlue">
    <p:bg>
      <p:bgPr>
        <a:blipFill>
          <a:blip r:embed="rId2">
            <a:alphaModFix/>
          </a:blip>
          <a:stretch>
            <a:fillRect/>
          </a:stretch>
        </a:blipFill>
        <a:effectLst/>
      </p:bgPr>
    </p:bg>
    <p:spTree>
      <p:nvGrpSpPr>
        <p:cNvPr id="1" name="Shape 127"/>
        <p:cNvGrpSpPr/>
        <p:nvPr/>
      </p:nvGrpSpPr>
      <p:grpSpPr>
        <a:xfrm>
          <a:off x="0" y="0"/>
          <a:ext cx="0" cy="0"/>
          <a:chOff x="0" y="0"/>
          <a:chExt cx="0" cy="0"/>
        </a:xfrm>
      </p:grpSpPr>
      <p:pic>
        <p:nvPicPr>
          <p:cNvPr id="128" name="Google Shape;128;p29"/>
          <p:cNvPicPr preferRelativeResize="0"/>
          <p:nvPr/>
        </p:nvPicPr>
        <p:blipFill rotWithShape="1">
          <a:blip r:embed="rId3">
            <a:alphaModFix/>
          </a:blip>
          <a:srcRect/>
          <a:stretch/>
        </p:blipFill>
        <p:spPr>
          <a:xfrm flipH="1">
            <a:off x="3316944" y="2"/>
            <a:ext cx="8875056" cy="6858001"/>
          </a:xfrm>
          <a:prstGeom prst="rect">
            <a:avLst/>
          </a:prstGeom>
          <a:noFill/>
          <a:ln>
            <a:noFill/>
          </a:ln>
        </p:spPr>
      </p:pic>
      <p:sp>
        <p:nvSpPr>
          <p:cNvPr id="129" name="Google Shape;129;p29"/>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0" name="Google Shape;130;p29"/>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InfoSlide_LtBlue">
  <p:cSld name="InfoSlide_LtBlue">
    <p:bg>
      <p:bgPr>
        <a:blipFill>
          <a:blip r:embed="rId2">
            <a:alphaModFix/>
          </a:blip>
          <a:stretch>
            <a:fillRect/>
          </a:stretch>
        </a:blipFill>
        <a:effectLst/>
      </p:bgPr>
    </p:bg>
    <p:spTree>
      <p:nvGrpSpPr>
        <p:cNvPr id="1" name="Shape 131"/>
        <p:cNvGrpSpPr/>
        <p:nvPr/>
      </p:nvGrpSpPr>
      <p:grpSpPr>
        <a:xfrm>
          <a:off x="0" y="0"/>
          <a:ext cx="0" cy="0"/>
          <a:chOff x="0" y="0"/>
          <a:chExt cx="0" cy="0"/>
        </a:xfrm>
      </p:grpSpPr>
      <p:sp>
        <p:nvSpPr>
          <p:cNvPr id="132" name="Google Shape;132;p30"/>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3" name="Google Shape;133;p30"/>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34" name="Google Shape;134;p30"/>
          <p:cNvPicPr preferRelativeResize="0"/>
          <p:nvPr/>
        </p:nvPicPr>
        <p:blipFill rotWithShape="1">
          <a:blip r:embed="rId3">
            <a:alphaModFix/>
          </a:blip>
          <a:srcRect/>
          <a:stretch/>
        </p:blipFill>
        <p:spPr>
          <a:xfrm flipH="1">
            <a:off x="3316944" y="2"/>
            <a:ext cx="8875056" cy="68580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_InfoSlide_DkBlue">
  <p:cSld name="2_InfoSlide_DkBlue">
    <p:bg>
      <p:bgPr>
        <a:blipFill>
          <a:blip r:embed="rId2">
            <a:alphaModFix/>
          </a:blip>
          <a:stretch>
            <a:fillRect/>
          </a:stretch>
        </a:blipFill>
        <a:effectLst/>
      </p:bgPr>
    </p:bg>
    <p:spTree>
      <p:nvGrpSpPr>
        <p:cNvPr id="1" name="Shape 135"/>
        <p:cNvGrpSpPr/>
        <p:nvPr/>
      </p:nvGrpSpPr>
      <p:grpSpPr>
        <a:xfrm>
          <a:off x="0" y="0"/>
          <a:ext cx="0" cy="0"/>
          <a:chOff x="0" y="0"/>
          <a:chExt cx="0" cy="0"/>
        </a:xfrm>
      </p:grpSpPr>
      <p:pic>
        <p:nvPicPr>
          <p:cNvPr id="136" name="Google Shape;136;p31"/>
          <p:cNvPicPr preferRelativeResize="0"/>
          <p:nvPr/>
        </p:nvPicPr>
        <p:blipFill rotWithShape="1">
          <a:blip r:embed="rId3">
            <a:alphaModFix/>
          </a:blip>
          <a:srcRect/>
          <a:stretch/>
        </p:blipFill>
        <p:spPr>
          <a:xfrm>
            <a:off x="0" y="0"/>
            <a:ext cx="8875056" cy="6858001"/>
          </a:xfrm>
          <a:prstGeom prst="rect">
            <a:avLst/>
          </a:prstGeom>
          <a:noFill/>
          <a:ln>
            <a:noFill/>
          </a:ln>
        </p:spPr>
      </p:pic>
      <p:sp>
        <p:nvSpPr>
          <p:cNvPr id="137" name="Google Shape;137;p31"/>
          <p:cNvSpPr txBox="1">
            <a:spLocks noGrp="1"/>
          </p:cNvSpPr>
          <p:nvPr>
            <p:ph type="body" idx="1"/>
          </p:nvPr>
        </p:nvSpPr>
        <p:spPr>
          <a:xfrm>
            <a:off x="660817" y="2389745"/>
            <a:ext cx="5103000" cy="14646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8" name="Google Shape;138;p31"/>
          <p:cNvSpPr txBox="1">
            <a:spLocks noGrp="1"/>
          </p:cNvSpPr>
          <p:nvPr>
            <p:ph type="body" idx="2"/>
          </p:nvPr>
        </p:nvSpPr>
        <p:spPr>
          <a:xfrm>
            <a:off x="5998520" y="238974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Divider_DkBlue">
  <p:cSld name="SectionDivider_DkBlue">
    <p:bg>
      <p:bgPr>
        <a:blipFill>
          <a:blip r:embed="rId2">
            <a:alphaModFix/>
          </a:blip>
          <a:stretch>
            <a:fillRect/>
          </a:stretch>
        </a:blipFill>
        <a:effectLst/>
      </p:bgPr>
    </p:bg>
    <p:spTree>
      <p:nvGrpSpPr>
        <p:cNvPr id="1" name="Shape 139"/>
        <p:cNvGrpSpPr/>
        <p:nvPr/>
      </p:nvGrpSpPr>
      <p:grpSpPr>
        <a:xfrm>
          <a:off x="0" y="0"/>
          <a:ext cx="0" cy="0"/>
          <a:chOff x="0" y="0"/>
          <a:chExt cx="0" cy="0"/>
        </a:xfrm>
      </p:grpSpPr>
      <p:pic>
        <p:nvPicPr>
          <p:cNvPr id="140" name="Google Shape;140;p32"/>
          <p:cNvPicPr preferRelativeResize="0"/>
          <p:nvPr/>
        </p:nvPicPr>
        <p:blipFill rotWithShape="1">
          <a:blip r:embed="rId3">
            <a:alphaModFix/>
          </a:blip>
          <a:srcRect/>
          <a:stretch/>
        </p:blipFill>
        <p:spPr>
          <a:xfrm flipH="1">
            <a:off x="3316943" y="2"/>
            <a:ext cx="8875056" cy="6858001"/>
          </a:xfrm>
          <a:prstGeom prst="rect">
            <a:avLst/>
          </a:prstGeom>
          <a:noFill/>
          <a:ln>
            <a:noFill/>
          </a:ln>
        </p:spPr>
      </p:pic>
      <p:sp>
        <p:nvSpPr>
          <p:cNvPr id="141" name="Google Shape;141;p32"/>
          <p:cNvSpPr>
            <a:spLocks noGrp="1"/>
          </p:cNvSpPr>
          <p:nvPr>
            <p:ph type="pic" idx="2"/>
          </p:nvPr>
        </p:nvSpPr>
        <p:spPr>
          <a:xfrm>
            <a:off x="2" y="2057400"/>
            <a:ext cx="12192000" cy="2743200"/>
          </a:xfrm>
          <a:prstGeom prst="rect">
            <a:avLst/>
          </a:prstGeom>
          <a:solidFill>
            <a:srgbClr val="D8D8D8"/>
          </a:solidFill>
          <a:ln>
            <a:noFill/>
          </a:ln>
        </p:spPr>
      </p:sp>
      <p:sp>
        <p:nvSpPr>
          <p:cNvPr id="142" name="Google Shape;142;p32"/>
          <p:cNvSpPr txBox="1">
            <a:spLocks noGrp="1"/>
          </p:cNvSpPr>
          <p:nvPr>
            <p:ph type="body" idx="1"/>
          </p:nvPr>
        </p:nvSpPr>
        <p:spPr>
          <a:xfrm>
            <a:off x="0" y="5591964"/>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Divider_WHT">
  <p:cSld name="SectionDivider_WHT">
    <p:bg>
      <p:bgPr>
        <a:blipFill>
          <a:blip r:embed="rId2">
            <a:alphaModFix/>
          </a:blip>
          <a:stretch>
            <a:fillRect/>
          </a:stretch>
        </a:blipFill>
        <a:effectLst/>
      </p:bgPr>
    </p:bg>
    <p:spTree>
      <p:nvGrpSpPr>
        <p:cNvPr id="1" name="Shape 143"/>
        <p:cNvGrpSpPr/>
        <p:nvPr/>
      </p:nvGrpSpPr>
      <p:grpSpPr>
        <a:xfrm>
          <a:off x="0" y="0"/>
          <a:ext cx="0" cy="0"/>
          <a:chOff x="0" y="0"/>
          <a:chExt cx="0" cy="0"/>
        </a:xfrm>
      </p:grpSpPr>
      <p:pic>
        <p:nvPicPr>
          <p:cNvPr id="144" name="Google Shape;144;p33"/>
          <p:cNvPicPr preferRelativeResize="0"/>
          <p:nvPr/>
        </p:nvPicPr>
        <p:blipFill rotWithShape="1">
          <a:blip r:embed="rId3">
            <a:alphaModFix/>
          </a:blip>
          <a:srcRect/>
          <a:stretch/>
        </p:blipFill>
        <p:spPr>
          <a:xfrm>
            <a:off x="7074568" y="0"/>
            <a:ext cx="8875056" cy="6858001"/>
          </a:xfrm>
          <a:prstGeom prst="rect">
            <a:avLst/>
          </a:prstGeom>
          <a:noFill/>
          <a:ln>
            <a:noFill/>
          </a:ln>
        </p:spPr>
      </p:pic>
      <p:sp>
        <p:nvSpPr>
          <p:cNvPr id="145" name="Google Shape;145;p33"/>
          <p:cNvSpPr/>
          <p:nvPr/>
        </p:nvSpPr>
        <p:spPr>
          <a:xfrm flipH="1">
            <a:off x="-3807445" y="0"/>
            <a:ext cx="8875200"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3"/>
          <p:cNvSpPr>
            <a:spLocks noGrp="1"/>
          </p:cNvSpPr>
          <p:nvPr>
            <p:ph type="pic" idx="2"/>
          </p:nvPr>
        </p:nvSpPr>
        <p:spPr>
          <a:xfrm>
            <a:off x="2439679" y="0"/>
            <a:ext cx="7320900" cy="6864300"/>
          </a:xfrm>
          <a:prstGeom prst="rect">
            <a:avLst/>
          </a:prstGeom>
          <a:solidFill>
            <a:srgbClr val="D8D8D8"/>
          </a:solidFill>
          <a:ln>
            <a:noFill/>
          </a:ln>
        </p:spPr>
      </p:sp>
      <p:sp>
        <p:nvSpPr>
          <p:cNvPr id="147" name="Google Shape;147;p33"/>
          <p:cNvSpPr txBox="1">
            <a:spLocks noGrp="1"/>
          </p:cNvSpPr>
          <p:nvPr>
            <p:ph type="title"/>
          </p:nvPr>
        </p:nvSpPr>
        <p:spPr>
          <a:xfrm>
            <a:off x="6888938" y="2855226"/>
            <a:ext cx="5303100" cy="1147500"/>
          </a:xfrm>
          <a:prstGeom prst="rect">
            <a:avLst/>
          </a:prstGeom>
          <a:solidFill>
            <a:srgbClr val="003750"/>
          </a:solid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rgbClr val="F2F2F2"/>
              </a:buClr>
              <a:buSzPts val="3200"/>
              <a:buFont typeface="Arial"/>
              <a:buNone/>
              <a:defRPr sz="3200" b="0" i="0">
                <a:solidFill>
                  <a:srgbClr val="F2F2F2"/>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QuoteSlide_DkBlue">
  <p:cSld name="QuoteSlide_DkBlue">
    <p:bg>
      <p:bgPr>
        <a:blipFill>
          <a:blip r:embed="rId2">
            <a:alphaModFix/>
          </a:blip>
          <a:stretch>
            <a:fillRect/>
          </a:stretch>
        </a:blipFill>
        <a:effectLst/>
      </p:bgPr>
    </p:bg>
    <p:spTree>
      <p:nvGrpSpPr>
        <p:cNvPr id="1" name="Shape 148"/>
        <p:cNvGrpSpPr/>
        <p:nvPr/>
      </p:nvGrpSpPr>
      <p:grpSpPr>
        <a:xfrm>
          <a:off x="0" y="0"/>
          <a:ext cx="0" cy="0"/>
          <a:chOff x="0" y="0"/>
          <a:chExt cx="0" cy="0"/>
        </a:xfrm>
      </p:grpSpPr>
      <p:pic>
        <p:nvPicPr>
          <p:cNvPr id="149" name="Google Shape;149;p34"/>
          <p:cNvPicPr preferRelativeResize="0"/>
          <p:nvPr/>
        </p:nvPicPr>
        <p:blipFill rotWithShape="1">
          <a:blip r:embed="rId3">
            <a:alphaModFix/>
          </a:blip>
          <a:srcRect/>
          <a:stretch/>
        </p:blipFill>
        <p:spPr>
          <a:xfrm rot="10800000">
            <a:off x="4762750" y="4"/>
            <a:ext cx="7429250" cy="5740779"/>
          </a:xfrm>
          <a:prstGeom prst="rect">
            <a:avLst/>
          </a:prstGeom>
          <a:noFill/>
          <a:ln>
            <a:noFill/>
          </a:ln>
        </p:spPr>
      </p:pic>
      <p:sp>
        <p:nvSpPr>
          <p:cNvPr id="150" name="Google Shape;150;p34"/>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400"/>
              <a:buFont typeface="Arial"/>
              <a:buNone/>
              <a:defRPr sz="4400" b="1" i="1"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1" name="Google Shape;151;p34"/>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152" name="Google Shape;152;p34"/>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3" name="Google Shape;153;p34"/>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Divider_LtBlue">
  <p:cSld name="SectionDivider_LtBlue">
    <p:bg>
      <p:bgPr>
        <a:blipFill>
          <a:blip r:embed="rId2">
            <a:alphaModFix/>
          </a:blip>
          <a:stretch>
            <a:fillRect/>
          </a:stretch>
        </a:blipFill>
        <a:effectLst/>
      </p:bgPr>
    </p:bg>
    <p:spTree>
      <p:nvGrpSpPr>
        <p:cNvPr id="1" name="Shape 154"/>
        <p:cNvGrpSpPr/>
        <p:nvPr/>
      </p:nvGrpSpPr>
      <p:grpSpPr>
        <a:xfrm>
          <a:off x="0" y="0"/>
          <a:ext cx="0" cy="0"/>
          <a:chOff x="0" y="0"/>
          <a:chExt cx="0" cy="0"/>
        </a:xfrm>
      </p:grpSpPr>
      <p:sp>
        <p:nvSpPr>
          <p:cNvPr id="155" name="Google Shape;155;p35"/>
          <p:cNvSpPr txBox="1">
            <a:spLocks noGrp="1"/>
          </p:cNvSpPr>
          <p:nvPr>
            <p:ph type="body" idx="1"/>
          </p:nvPr>
        </p:nvSpPr>
        <p:spPr>
          <a:xfrm>
            <a:off x="0" y="3176982"/>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56" name="Google Shape;156;p35"/>
          <p:cNvPicPr preferRelativeResize="0"/>
          <p:nvPr/>
        </p:nvPicPr>
        <p:blipFill rotWithShape="1">
          <a:blip r:embed="rId3">
            <a:alphaModFix/>
          </a:blip>
          <a:srcRect/>
          <a:stretch/>
        </p:blipFill>
        <p:spPr>
          <a:xfrm>
            <a:off x="3316941" y="2"/>
            <a:ext cx="8875056" cy="6858001"/>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QuoteSlide_LtBlue">
  <p:cSld name="QuoteSlide_LtBlue">
    <p:bg>
      <p:bgPr>
        <a:blipFill>
          <a:blip r:embed="rId2">
            <a:alphaModFix/>
          </a:blip>
          <a:stretch>
            <a:fillRect/>
          </a:stretch>
        </a:blipFill>
        <a:effectLst/>
      </p:bgPr>
    </p:bg>
    <p:spTree>
      <p:nvGrpSpPr>
        <p:cNvPr id="1" name="Shape 157"/>
        <p:cNvGrpSpPr/>
        <p:nvPr/>
      </p:nvGrpSpPr>
      <p:grpSpPr>
        <a:xfrm>
          <a:off x="0" y="0"/>
          <a:ext cx="0" cy="0"/>
          <a:chOff x="0" y="0"/>
          <a:chExt cx="0" cy="0"/>
        </a:xfrm>
      </p:grpSpPr>
      <p:pic>
        <p:nvPicPr>
          <p:cNvPr id="158" name="Google Shape;158;p36"/>
          <p:cNvPicPr preferRelativeResize="0"/>
          <p:nvPr/>
        </p:nvPicPr>
        <p:blipFill rotWithShape="1">
          <a:blip r:embed="rId3">
            <a:alphaModFix/>
          </a:blip>
          <a:srcRect/>
          <a:stretch/>
        </p:blipFill>
        <p:spPr>
          <a:xfrm flipH="1">
            <a:off x="3316944" y="2"/>
            <a:ext cx="8875056" cy="6858001"/>
          </a:xfrm>
          <a:prstGeom prst="rect">
            <a:avLst/>
          </a:prstGeom>
          <a:noFill/>
          <a:ln>
            <a:noFill/>
          </a:ln>
        </p:spPr>
      </p:pic>
      <p:sp>
        <p:nvSpPr>
          <p:cNvPr id="159" name="Google Shape;159;p36"/>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400"/>
              <a:buFont typeface="Arial"/>
              <a:buNone/>
              <a:defRPr sz="4400" b="1" i="1"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0" name="Google Shape;160;p36"/>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161" name="Google Shape;161;p36"/>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2" name="Google Shape;162;p36"/>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HexImages_DkBlue">
  <p:cSld name="TwoHexImages_DkBlue">
    <p:bg>
      <p:bgPr>
        <a:blipFill>
          <a:blip r:embed="rId2">
            <a:alphaModFix/>
          </a:blip>
          <a:stretch>
            <a:fillRect/>
          </a:stretch>
        </a:blipFill>
        <a:effectLst/>
      </p:bgPr>
    </p:bg>
    <p:spTree>
      <p:nvGrpSpPr>
        <p:cNvPr id="1" name="Shape 163"/>
        <p:cNvGrpSpPr/>
        <p:nvPr/>
      </p:nvGrpSpPr>
      <p:grpSpPr>
        <a:xfrm>
          <a:off x="0" y="0"/>
          <a:ext cx="0" cy="0"/>
          <a:chOff x="0" y="0"/>
          <a:chExt cx="0" cy="0"/>
        </a:xfrm>
      </p:grpSpPr>
      <p:pic>
        <p:nvPicPr>
          <p:cNvPr id="164" name="Google Shape;164;p37"/>
          <p:cNvPicPr preferRelativeResize="0"/>
          <p:nvPr/>
        </p:nvPicPr>
        <p:blipFill rotWithShape="1">
          <a:blip r:embed="rId3">
            <a:alphaModFix/>
          </a:blip>
          <a:srcRect/>
          <a:stretch/>
        </p:blipFill>
        <p:spPr>
          <a:xfrm>
            <a:off x="6342229" y="2"/>
            <a:ext cx="8875056" cy="6858001"/>
          </a:xfrm>
          <a:prstGeom prst="rect">
            <a:avLst/>
          </a:prstGeom>
          <a:noFill/>
          <a:ln>
            <a:noFill/>
          </a:ln>
        </p:spPr>
      </p:pic>
      <p:pic>
        <p:nvPicPr>
          <p:cNvPr id="165" name="Google Shape;165;p37"/>
          <p:cNvPicPr preferRelativeResize="0"/>
          <p:nvPr/>
        </p:nvPicPr>
        <p:blipFill rotWithShape="1">
          <a:blip r:embed="rId4">
            <a:alphaModFix/>
          </a:blip>
          <a:srcRect/>
          <a:stretch/>
        </p:blipFill>
        <p:spPr>
          <a:xfrm rot="10800000">
            <a:off x="-1281187" y="3948699"/>
            <a:ext cx="9091863" cy="7025530"/>
          </a:xfrm>
          <a:prstGeom prst="rect">
            <a:avLst/>
          </a:prstGeom>
          <a:noFill/>
          <a:ln>
            <a:noFill/>
          </a:ln>
        </p:spPr>
      </p:pic>
      <p:sp>
        <p:nvSpPr>
          <p:cNvPr id="166" name="Google Shape;166;p37"/>
          <p:cNvSpPr>
            <a:spLocks noGrp="1"/>
          </p:cNvSpPr>
          <p:nvPr>
            <p:ph type="pic" idx="2"/>
          </p:nvPr>
        </p:nvSpPr>
        <p:spPr>
          <a:xfrm>
            <a:off x="5999562" y="2991328"/>
            <a:ext cx="4033200" cy="3897300"/>
          </a:xfrm>
          <a:prstGeom prst="rect">
            <a:avLst/>
          </a:prstGeom>
          <a:solidFill>
            <a:srgbClr val="D8D8D8"/>
          </a:solidFill>
          <a:ln w="57150" cap="flat" cmpd="sng">
            <a:solidFill>
              <a:srgbClr val="00A9DB">
                <a:alpha val="74510"/>
              </a:srgbClr>
            </a:solidFill>
            <a:prstDash val="solid"/>
            <a:round/>
            <a:headEnd type="none" w="sm" len="sm"/>
            <a:tailEnd type="none" w="sm" len="sm"/>
          </a:ln>
        </p:spPr>
      </p:sp>
      <p:sp>
        <p:nvSpPr>
          <p:cNvPr id="167" name="Google Shape;167;p37"/>
          <p:cNvSpPr>
            <a:spLocks noGrp="1"/>
          </p:cNvSpPr>
          <p:nvPr>
            <p:ph type="pic" idx="3"/>
          </p:nvPr>
        </p:nvSpPr>
        <p:spPr>
          <a:xfrm>
            <a:off x="2081285" y="-20320"/>
            <a:ext cx="5187600" cy="5254800"/>
          </a:xfrm>
          <a:prstGeom prst="rect">
            <a:avLst/>
          </a:prstGeom>
          <a:solidFill>
            <a:srgbClr val="D8D8D8"/>
          </a:solidFill>
          <a:ln w="57150" cap="flat" cmpd="sng">
            <a:solidFill>
              <a:srgbClr val="00A9DB">
                <a:alpha val="74510"/>
              </a:srgbClr>
            </a:solidFill>
            <a:prstDash val="solid"/>
            <a:round/>
            <a:headEnd type="none" w="sm" len="sm"/>
            <a:tailEnd type="none" w="sm" len="sm"/>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HexImages_WHT">
  <p:cSld name="TwoHexImages_WHT">
    <p:bg>
      <p:bgPr>
        <a:blipFill>
          <a:blip r:embed="rId2">
            <a:alphaModFix/>
          </a:blip>
          <a:stretch>
            <a:fillRect/>
          </a:stretch>
        </a:blipFill>
        <a:effectLst/>
      </p:bgPr>
    </p:bg>
    <p:spTree>
      <p:nvGrpSpPr>
        <p:cNvPr id="1" name="Shape 168"/>
        <p:cNvGrpSpPr/>
        <p:nvPr/>
      </p:nvGrpSpPr>
      <p:grpSpPr>
        <a:xfrm>
          <a:off x="0" y="0"/>
          <a:ext cx="0" cy="0"/>
          <a:chOff x="0" y="0"/>
          <a:chExt cx="0" cy="0"/>
        </a:xfrm>
      </p:grpSpPr>
      <p:pic>
        <p:nvPicPr>
          <p:cNvPr id="169" name="Google Shape;169;p38"/>
          <p:cNvPicPr preferRelativeResize="0"/>
          <p:nvPr/>
        </p:nvPicPr>
        <p:blipFill rotWithShape="1">
          <a:blip r:embed="rId3">
            <a:alphaModFix/>
          </a:blip>
          <a:srcRect/>
          <a:stretch/>
        </p:blipFill>
        <p:spPr>
          <a:xfrm>
            <a:off x="6017109" y="2"/>
            <a:ext cx="8875056" cy="6858001"/>
          </a:xfrm>
          <a:prstGeom prst="rect">
            <a:avLst/>
          </a:prstGeom>
          <a:noFill/>
          <a:ln>
            <a:noFill/>
          </a:ln>
        </p:spPr>
      </p:pic>
      <p:sp>
        <p:nvSpPr>
          <p:cNvPr id="170" name="Google Shape;170;p38"/>
          <p:cNvSpPr/>
          <p:nvPr/>
        </p:nvSpPr>
        <p:spPr>
          <a:xfrm rot="10800000">
            <a:off x="-2104349" y="-30336"/>
            <a:ext cx="8875200" cy="481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8"/>
          <p:cNvSpPr>
            <a:spLocks noGrp="1"/>
          </p:cNvSpPr>
          <p:nvPr>
            <p:ph type="pic" idx="2"/>
          </p:nvPr>
        </p:nvSpPr>
        <p:spPr>
          <a:xfrm>
            <a:off x="2333322" y="2991328"/>
            <a:ext cx="4033200" cy="3897300"/>
          </a:xfrm>
          <a:prstGeom prst="rect">
            <a:avLst/>
          </a:prstGeom>
          <a:solidFill>
            <a:srgbClr val="D8D8D8"/>
          </a:solidFill>
          <a:ln w="57150" cap="flat" cmpd="sng">
            <a:solidFill>
              <a:srgbClr val="00A9DB">
                <a:alpha val="74510"/>
              </a:srgbClr>
            </a:solidFill>
            <a:prstDash val="solid"/>
            <a:round/>
            <a:headEnd type="none" w="sm" len="sm"/>
            <a:tailEnd type="none" w="sm" len="sm"/>
          </a:ln>
        </p:spPr>
      </p:sp>
      <p:sp>
        <p:nvSpPr>
          <p:cNvPr id="172" name="Google Shape;172;p38"/>
          <p:cNvSpPr>
            <a:spLocks noGrp="1"/>
          </p:cNvSpPr>
          <p:nvPr>
            <p:ph type="pic" idx="3"/>
          </p:nvPr>
        </p:nvSpPr>
        <p:spPr>
          <a:xfrm>
            <a:off x="4214885" y="-71120"/>
            <a:ext cx="5187600" cy="5254800"/>
          </a:xfrm>
          <a:prstGeom prst="rect">
            <a:avLst/>
          </a:prstGeom>
          <a:solidFill>
            <a:srgbClr val="D8D8D8"/>
          </a:solidFill>
          <a:ln w="57150" cap="flat" cmpd="sng">
            <a:solidFill>
              <a:srgbClr val="00A9DB">
                <a:alpha val="74510"/>
              </a:srgbClr>
            </a:solidFill>
            <a:prstDash val="solid"/>
            <a:round/>
            <a:headEnd type="none" w="sm" len="sm"/>
            <a:tailEnd type="none" w="sm" len="sm"/>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gendaSlide_WHT">
  <p:cSld name="AgendaSlide_WHT">
    <p:bg>
      <p:bgPr>
        <a:blipFill>
          <a:blip r:embed="rId2">
            <a:alphaModFix/>
          </a:blip>
          <a:stretch>
            <a:fillRect/>
          </a:stretch>
        </a:blipFill>
        <a:effectLst/>
      </p:bgPr>
    </p:bg>
    <p:spTree>
      <p:nvGrpSpPr>
        <p:cNvPr id="1" name="Shape 173"/>
        <p:cNvGrpSpPr/>
        <p:nvPr/>
      </p:nvGrpSpPr>
      <p:grpSpPr>
        <a:xfrm>
          <a:off x="0" y="0"/>
          <a:ext cx="0" cy="0"/>
          <a:chOff x="0" y="0"/>
          <a:chExt cx="0" cy="0"/>
        </a:xfrm>
      </p:grpSpPr>
      <p:sp>
        <p:nvSpPr>
          <p:cNvPr id="174" name="Google Shape;174;p39"/>
          <p:cNvSpPr txBox="1">
            <a:spLocks noGrp="1"/>
          </p:cNvSpPr>
          <p:nvPr>
            <p:ph type="title"/>
          </p:nvPr>
        </p:nvSpPr>
        <p:spPr>
          <a:xfrm>
            <a:off x="838200" y="1330326"/>
            <a:ext cx="5257800" cy="933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003750"/>
              </a:buClr>
              <a:buSzPts val="4000"/>
              <a:buFont typeface="Arial"/>
              <a:buNone/>
              <a:defRPr sz="4000" b="0" i="0">
                <a:solidFill>
                  <a:srgbClr val="003750"/>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5" name="Google Shape;175;p39"/>
          <p:cNvSpPr txBox="1">
            <a:spLocks noGrp="1"/>
          </p:cNvSpPr>
          <p:nvPr>
            <p:ph type="body" idx="1"/>
          </p:nvPr>
        </p:nvSpPr>
        <p:spPr>
          <a:xfrm>
            <a:off x="838200" y="2387602"/>
            <a:ext cx="5257800" cy="35274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00A9DB"/>
              </a:buClr>
              <a:buSzPts val="2000"/>
              <a:buFont typeface="Arial"/>
              <a:buChar char="•"/>
              <a:defRPr sz="2000" b="0" i="0" u="none" strike="noStrike" cap="none">
                <a:solidFill>
                  <a:srgbClr val="00A9DB"/>
                </a:solidFill>
                <a:latin typeface="Arial"/>
                <a:ea typeface="Arial"/>
                <a:cs typeface="Arial"/>
                <a:sym typeface="Arial"/>
              </a:defRPr>
            </a:lvl1pPr>
            <a:lvl2pPr marL="914400" marR="0" lvl="1" indent="-342900" algn="l" rtl="0">
              <a:lnSpc>
                <a:spcPct val="90000"/>
              </a:lnSpc>
              <a:spcBef>
                <a:spcPts val="500"/>
              </a:spcBef>
              <a:spcAft>
                <a:spcPts val="0"/>
              </a:spcAft>
              <a:buClr>
                <a:srgbClr val="00A9DB"/>
              </a:buClr>
              <a:buSzPts val="1800"/>
              <a:buFont typeface="Arial"/>
              <a:buChar char="•"/>
              <a:defRPr sz="1800" b="0" i="0" u="none" strike="noStrike" cap="none">
                <a:solidFill>
                  <a:srgbClr val="00A9DB"/>
                </a:solidFill>
                <a:latin typeface="Arial"/>
                <a:ea typeface="Arial"/>
                <a:cs typeface="Arial"/>
                <a:sym typeface="Arial"/>
              </a:defRPr>
            </a:lvl2pPr>
            <a:lvl3pPr marL="1371600" marR="0" lvl="2" indent="-330200" algn="l" rtl="0">
              <a:lnSpc>
                <a:spcPct val="90000"/>
              </a:lnSpc>
              <a:spcBef>
                <a:spcPts val="500"/>
              </a:spcBef>
              <a:spcAft>
                <a:spcPts val="0"/>
              </a:spcAft>
              <a:buClr>
                <a:srgbClr val="00A9DB"/>
              </a:buClr>
              <a:buSzPts val="1600"/>
              <a:buFont typeface="Arial"/>
              <a:buChar char="•"/>
              <a:defRPr sz="1600" b="0" i="0" u="none" strike="noStrike" cap="none">
                <a:solidFill>
                  <a:srgbClr val="00A9DB"/>
                </a:solidFill>
                <a:latin typeface="Arial"/>
                <a:ea typeface="Arial"/>
                <a:cs typeface="Arial"/>
                <a:sym typeface="Arial"/>
              </a:defRPr>
            </a:lvl3pPr>
            <a:lvl4pPr marL="1828800" marR="0" lvl="3"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4pPr>
            <a:lvl5pPr marL="2286000" marR="0" lvl="4"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76" name="Google Shape;176;p39"/>
          <p:cNvPicPr preferRelativeResize="0"/>
          <p:nvPr/>
        </p:nvPicPr>
        <p:blipFill rotWithShape="1">
          <a:blip r:embed="rId3">
            <a:alphaModFix/>
          </a:blip>
          <a:srcRect/>
          <a:stretch/>
        </p:blipFill>
        <p:spPr>
          <a:xfrm rot="10800000">
            <a:off x="3316944" y="-1"/>
            <a:ext cx="8875056" cy="685800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tatSlide_WHT">
  <p:cSld name="StatSlide_WHT">
    <p:bg>
      <p:bgPr>
        <a:blipFill>
          <a:blip r:embed="rId2">
            <a:alphaModFix/>
          </a:blip>
          <a:stretch>
            <a:fillRect/>
          </a:stretch>
        </a:blipFill>
        <a:effectLst/>
      </p:bgPr>
    </p:bg>
    <p:spTree>
      <p:nvGrpSpPr>
        <p:cNvPr id="1" name="Shape 177"/>
        <p:cNvGrpSpPr/>
        <p:nvPr/>
      </p:nvGrpSpPr>
      <p:grpSpPr>
        <a:xfrm>
          <a:off x="0" y="0"/>
          <a:ext cx="0" cy="0"/>
          <a:chOff x="0" y="0"/>
          <a:chExt cx="0" cy="0"/>
        </a:xfrm>
      </p:grpSpPr>
      <p:pic>
        <p:nvPicPr>
          <p:cNvPr id="178" name="Google Shape;178;p40"/>
          <p:cNvPicPr preferRelativeResize="0"/>
          <p:nvPr/>
        </p:nvPicPr>
        <p:blipFill rotWithShape="1">
          <a:blip r:embed="rId3">
            <a:alphaModFix/>
          </a:blip>
          <a:srcRect/>
          <a:stretch/>
        </p:blipFill>
        <p:spPr>
          <a:xfrm rot="10800000" flipH="1">
            <a:off x="3316941" y="-1"/>
            <a:ext cx="8875056" cy="6858001"/>
          </a:xfrm>
          <a:prstGeom prst="rect">
            <a:avLst/>
          </a:prstGeom>
          <a:noFill/>
          <a:ln>
            <a:noFill/>
          </a:ln>
        </p:spPr>
      </p:pic>
      <p:sp>
        <p:nvSpPr>
          <p:cNvPr id="179" name="Google Shape;179;p40"/>
          <p:cNvSpPr txBox="1">
            <a:spLocks noGrp="1"/>
          </p:cNvSpPr>
          <p:nvPr>
            <p:ph type="title"/>
          </p:nvPr>
        </p:nvSpPr>
        <p:spPr>
          <a:xfrm>
            <a:off x="-1" y="2040584"/>
            <a:ext cx="7473900" cy="199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SzPts val="15000"/>
              <a:buFont typeface="Arial"/>
              <a:buNone/>
              <a:defRPr sz="15000" b="0" i="0">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0" name="Google Shape;180;p40"/>
          <p:cNvSpPr txBox="1">
            <a:spLocks noGrp="1"/>
          </p:cNvSpPr>
          <p:nvPr>
            <p:ph type="body" idx="1"/>
          </p:nvPr>
        </p:nvSpPr>
        <p:spPr>
          <a:xfrm>
            <a:off x="4560635" y="3547360"/>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3600"/>
              <a:buFont typeface="Arial"/>
              <a:buNone/>
              <a:defRPr sz="36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tatSlide_DkBlue">
  <p:cSld name="StatSlide_DkBlue">
    <p:bg>
      <p:bgPr>
        <a:blipFill>
          <a:blip r:embed="rId2">
            <a:alphaModFix/>
          </a:blip>
          <a:stretch>
            <a:fillRect/>
          </a:stretch>
        </a:blipFill>
        <a:effectLst/>
      </p:bgPr>
    </p:bg>
    <p:spTree>
      <p:nvGrpSpPr>
        <p:cNvPr id="1" name="Shape 181"/>
        <p:cNvGrpSpPr/>
        <p:nvPr/>
      </p:nvGrpSpPr>
      <p:grpSpPr>
        <a:xfrm>
          <a:off x="0" y="0"/>
          <a:ext cx="0" cy="0"/>
          <a:chOff x="0" y="0"/>
          <a:chExt cx="0" cy="0"/>
        </a:xfrm>
      </p:grpSpPr>
      <p:pic>
        <p:nvPicPr>
          <p:cNvPr id="182" name="Google Shape;182;p41"/>
          <p:cNvPicPr preferRelativeResize="0"/>
          <p:nvPr/>
        </p:nvPicPr>
        <p:blipFill rotWithShape="1">
          <a:blip r:embed="rId3">
            <a:alphaModFix/>
          </a:blip>
          <a:srcRect/>
          <a:stretch/>
        </p:blipFill>
        <p:spPr>
          <a:xfrm rot="10800000">
            <a:off x="4183218" y="0"/>
            <a:ext cx="8875056" cy="6858001"/>
          </a:xfrm>
          <a:prstGeom prst="rect">
            <a:avLst/>
          </a:prstGeom>
          <a:noFill/>
          <a:ln>
            <a:noFill/>
          </a:ln>
        </p:spPr>
      </p:pic>
      <p:sp>
        <p:nvSpPr>
          <p:cNvPr id="183" name="Google Shape;183;p41"/>
          <p:cNvSpPr txBox="1">
            <a:spLocks noGrp="1"/>
          </p:cNvSpPr>
          <p:nvPr>
            <p:ph type="title"/>
          </p:nvPr>
        </p:nvSpPr>
        <p:spPr>
          <a:xfrm>
            <a:off x="-1" y="2442920"/>
            <a:ext cx="7473900" cy="199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SzPts val="15000"/>
              <a:buFont typeface="Arial"/>
              <a:buNone/>
              <a:defRPr sz="15000" b="0" i="0">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4" name="Google Shape;184;p41"/>
          <p:cNvSpPr txBox="1">
            <a:spLocks noGrp="1"/>
          </p:cNvSpPr>
          <p:nvPr>
            <p:ph type="body" idx="1"/>
          </p:nvPr>
        </p:nvSpPr>
        <p:spPr>
          <a:xfrm>
            <a:off x="4560635" y="3949696"/>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5"/>
        <p:cNvGrpSpPr/>
        <p:nvPr/>
      </p:nvGrpSpPr>
      <p:grpSpPr>
        <a:xfrm>
          <a:off x="0" y="0"/>
          <a:ext cx="0" cy="0"/>
          <a:chOff x="0" y="0"/>
          <a:chExt cx="0" cy="0"/>
        </a:xfrm>
      </p:grpSpPr>
      <p:sp>
        <p:nvSpPr>
          <p:cNvPr id="186" name="Google Shape;186;p42"/>
          <p:cNvSpPr>
            <a:spLocks noGrp="1"/>
          </p:cNvSpPr>
          <p:nvPr>
            <p:ph type="pic" idx="2"/>
          </p:nvPr>
        </p:nvSpPr>
        <p:spPr>
          <a:xfrm>
            <a:off x="4109704" y="1137603"/>
            <a:ext cx="3972600" cy="4582800"/>
          </a:xfrm>
          <a:prstGeom prst="rect">
            <a:avLst/>
          </a:prstGeom>
          <a:solidFill>
            <a:srgbClr val="A8A7AB"/>
          </a:solid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DkBlue">
  <p:cSld name="Title Slide-DkBlue">
    <p:bg>
      <p:bgPr>
        <a:blipFill>
          <a:blip r:embed="rId2">
            <a:alphaModFix/>
          </a:blip>
          <a:stretch>
            <a:fillRect/>
          </a:stretch>
        </a:blipFill>
        <a:effectLst/>
      </p:bgPr>
    </p:bg>
    <p:spTree>
      <p:nvGrpSpPr>
        <p:cNvPr id="1" name="Shape 190"/>
        <p:cNvGrpSpPr/>
        <p:nvPr/>
      </p:nvGrpSpPr>
      <p:grpSpPr>
        <a:xfrm>
          <a:off x="0" y="0"/>
          <a:ext cx="0" cy="0"/>
          <a:chOff x="0" y="0"/>
          <a:chExt cx="0" cy="0"/>
        </a:xfrm>
      </p:grpSpPr>
      <p:sp>
        <p:nvSpPr>
          <p:cNvPr id="191" name="Google Shape;191;p44"/>
          <p:cNvSpPr txBox="1">
            <a:spLocks noGrp="1"/>
          </p:cNvSpPr>
          <p:nvPr>
            <p:ph type="ctrTitle"/>
          </p:nvPr>
        </p:nvSpPr>
        <p:spPr>
          <a:xfrm>
            <a:off x="1524000" y="2828545"/>
            <a:ext cx="9144000" cy="101060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p44"/>
          <p:cNvSpPr txBox="1">
            <a:spLocks noGrp="1"/>
          </p:cNvSpPr>
          <p:nvPr>
            <p:ph type="subTitle" idx="1"/>
          </p:nvPr>
        </p:nvSpPr>
        <p:spPr>
          <a:xfrm>
            <a:off x="1524000" y="3690652"/>
            <a:ext cx="9144000" cy="433514"/>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93" name="Google Shape;193;p44"/>
          <p:cNvSpPr txBox="1">
            <a:spLocks noGrp="1"/>
          </p:cNvSpPr>
          <p:nvPr>
            <p:ph type="body" idx="2"/>
          </p:nvPr>
        </p:nvSpPr>
        <p:spPr>
          <a:xfrm>
            <a:off x="4144963" y="6302564"/>
            <a:ext cx="3902075" cy="34817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lide_LtBlue">
  <p:cSld name="Title Slide_LtBlue">
    <p:bg>
      <p:bgPr>
        <a:blipFill>
          <a:blip r:embed="rId2">
            <a:alphaModFix/>
          </a:blip>
          <a:stretch>
            <a:fillRect/>
          </a:stretch>
        </a:blipFill>
        <a:effectLst/>
      </p:bgPr>
    </p:bg>
    <p:spTree>
      <p:nvGrpSpPr>
        <p:cNvPr id="1" name="Shape 194"/>
        <p:cNvGrpSpPr/>
        <p:nvPr/>
      </p:nvGrpSpPr>
      <p:grpSpPr>
        <a:xfrm>
          <a:off x="0" y="0"/>
          <a:ext cx="0" cy="0"/>
          <a:chOff x="0" y="0"/>
          <a:chExt cx="0" cy="0"/>
        </a:xfrm>
      </p:grpSpPr>
      <p:sp>
        <p:nvSpPr>
          <p:cNvPr id="195" name="Google Shape;195;p45"/>
          <p:cNvSpPr txBox="1">
            <a:spLocks noGrp="1"/>
          </p:cNvSpPr>
          <p:nvPr>
            <p:ph type="ctrTitle"/>
          </p:nvPr>
        </p:nvSpPr>
        <p:spPr>
          <a:xfrm>
            <a:off x="438912" y="2828545"/>
            <a:ext cx="9144000" cy="10106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45"/>
          <p:cNvSpPr txBox="1">
            <a:spLocks noGrp="1"/>
          </p:cNvSpPr>
          <p:nvPr>
            <p:ph type="subTitle" idx="1"/>
          </p:nvPr>
        </p:nvSpPr>
        <p:spPr>
          <a:xfrm>
            <a:off x="438912" y="3690652"/>
            <a:ext cx="9144000" cy="43351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3750"/>
              </a:buClr>
              <a:buSzPts val="2800"/>
              <a:buFont typeface="Arial"/>
              <a:buNone/>
              <a:defRPr sz="2800" b="0" i="0" u="none" strike="noStrike" cap="none">
                <a:solidFill>
                  <a:srgbClr val="00375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97" name="Google Shape;197;p45"/>
          <p:cNvSpPr txBox="1">
            <a:spLocks noGrp="1"/>
          </p:cNvSpPr>
          <p:nvPr>
            <p:ph type="body" idx="2"/>
          </p:nvPr>
        </p:nvSpPr>
        <p:spPr>
          <a:xfrm>
            <a:off x="438913" y="6302564"/>
            <a:ext cx="3902075" cy="3481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nfoSlideWithPic_DkBlue">
  <p:cSld name="InfoSlideWithPic_DkBlue">
    <p:bg>
      <p:bgPr>
        <a:blipFill>
          <a:blip r:embed="rId2">
            <a:alphaModFix/>
          </a:blip>
          <a:stretch>
            <a:fillRect/>
          </a:stretch>
        </a:blipFill>
        <a:effectLst/>
      </p:bgPr>
    </p:bg>
    <p:spTree>
      <p:nvGrpSpPr>
        <p:cNvPr id="1" name="Shape 198"/>
        <p:cNvGrpSpPr/>
        <p:nvPr/>
      </p:nvGrpSpPr>
      <p:grpSpPr>
        <a:xfrm>
          <a:off x="0" y="0"/>
          <a:ext cx="0" cy="0"/>
          <a:chOff x="0" y="0"/>
          <a:chExt cx="0" cy="0"/>
        </a:xfrm>
      </p:grpSpPr>
      <p:pic>
        <p:nvPicPr>
          <p:cNvPr id="199" name="Google Shape;199;p46"/>
          <p:cNvPicPr preferRelativeResize="0"/>
          <p:nvPr/>
        </p:nvPicPr>
        <p:blipFill rotWithShape="1">
          <a:blip r:embed="rId3">
            <a:alphaModFix/>
          </a:blip>
          <a:srcRect/>
          <a:stretch/>
        </p:blipFill>
        <p:spPr>
          <a:xfrm rot="10800000" flipH="1">
            <a:off x="3316941" y="6927"/>
            <a:ext cx="8875059" cy="6857999"/>
          </a:xfrm>
          <a:prstGeom prst="rect">
            <a:avLst/>
          </a:prstGeom>
          <a:noFill/>
          <a:ln>
            <a:noFill/>
          </a:ln>
        </p:spPr>
      </p:pic>
      <p:sp>
        <p:nvSpPr>
          <p:cNvPr id="200" name="Google Shape;200;p46"/>
          <p:cNvSpPr>
            <a:spLocks noGrp="1"/>
          </p:cNvSpPr>
          <p:nvPr>
            <p:ph type="pic" idx="2"/>
          </p:nvPr>
        </p:nvSpPr>
        <p:spPr>
          <a:xfrm>
            <a:off x="6102725" y="4"/>
            <a:ext cx="6098411" cy="6864923"/>
          </a:xfrm>
          <a:prstGeom prst="rect">
            <a:avLst/>
          </a:prstGeom>
          <a:solidFill>
            <a:srgbClr val="D8D8D8"/>
          </a:solidFill>
          <a:ln>
            <a:noFill/>
          </a:ln>
        </p:spPr>
      </p:sp>
      <p:sp>
        <p:nvSpPr>
          <p:cNvPr id="201" name="Google Shape;201;p46"/>
          <p:cNvSpPr txBox="1">
            <a:spLocks noGrp="1"/>
          </p:cNvSpPr>
          <p:nvPr>
            <p:ph type="body" idx="1"/>
          </p:nvPr>
        </p:nvSpPr>
        <p:spPr>
          <a:xfrm>
            <a:off x="660817" y="1964338"/>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2" name="Google Shape;202;p46"/>
          <p:cNvSpPr txBox="1">
            <a:spLocks noGrp="1"/>
          </p:cNvSpPr>
          <p:nvPr>
            <p:ph type="body" idx="3"/>
          </p:nvPr>
        </p:nvSpPr>
        <p:spPr>
          <a:xfrm>
            <a:off x="660400" y="280987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lide_WHT">
  <p:cSld name="Title Slide_WHT">
    <p:bg>
      <p:bgPr>
        <a:blipFill>
          <a:blip r:embed="rId2">
            <a:alphaModFix/>
          </a:blip>
          <a:stretch>
            <a:fillRect/>
          </a:stretch>
        </a:blipFill>
        <a:effectLst/>
      </p:bgPr>
    </p:bg>
    <p:spTree>
      <p:nvGrpSpPr>
        <p:cNvPr id="1" name="Shape 203"/>
        <p:cNvGrpSpPr/>
        <p:nvPr/>
      </p:nvGrpSpPr>
      <p:grpSpPr>
        <a:xfrm>
          <a:off x="0" y="0"/>
          <a:ext cx="0" cy="0"/>
          <a:chOff x="0" y="0"/>
          <a:chExt cx="0" cy="0"/>
        </a:xfrm>
      </p:grpSpPr>
      <p:sp>
        <p:nvSpPr>
          <p:cNvPr id="204" name="Google Shape;204;p47"/>
          <p:cNvSpPr txBox="1">
            <a:spLocks noGrp="1"/>
          </p:cNvSpPr>
          <p:nvPr>
            <p:ph type="ctrTitle"/>
          </p:nvPr>
        </p:nvSpPr>
        <p:spPr>
          <a:xfrm>
            <a:off x="2762725" y="2828545"/>
            <a:ext cx="9144000" cy="1010603"/>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003750"/>
              </a:buClr>
              <a:buSzPts val="5400"/>
              <a:buFont typeface="Arial"/>
              <a:buNone/>
              <a:defRPr sz="5400" b="0" i="0">
                <a:solidFill>
                  <a:srgbClr val="00375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47"/>
          <p:cNvSpPr txBox="1">
            <a:spLocks noGrp="1"/>
          </p:cNvSpPr>
          <p:nvPr>
            <p:ph type="subTitle" idx="1"/>
          </p:nvPr>
        </p:nvSpPr>
        <p:spPr>
          <a:xfrm>
            <a:off x="2762725" y="3690652"/>
            <a:ext cx="9144000" cy="433514"/>
          </a:xfrm>
          <a:prstGeom prst="rect">
            <a:avLst/>
          </a:prstGeom>
          <a:noFill/>
          <a:ln>
            <a:noFill/>
          </a:ln>
        </p:spPr>
        <p:txBody>
          <a:bodyPr spcFirstLastPara="1" wrap="square" lIns="91425" tIns="45700" rIns="91425" bIns="45700" anchor="t" anchorCtr="0">
            <a:noAutofit/>
          </a:bodyPr>
          <a:lstStyle>
            <a:lvl1pPr marR="0" lvl="0" algn="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06" name="Google Shape;206;p47"/>
          <p:cNvSpPr txBox="1">
            <a:spLocks noGrp="1"/>
          </p:cNvSpPr>
          <p:nvPr>
            <p:ph type="body" idx="2"/>
          </p:nvPr>
        </p:nvSpPr>
        <p:spPr>
          <a:xfrm>
            <a:off x="8004651" y="6302564"/>
            <a:ext cx="3902075" cy="348172"/>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ectionDivider_WHT">
  <p:cSld name="SectionDivider_WHT">
    <p:bg>
      <p:bgPr>
        <a:blipFill>
          <a:blip r:embed="rId2">
            <a:alphaModFix/>
          </a:blip>
          <a:stretch>
            <a:fillRect/>
          </a:stretch>
        </a:blipFill>
        <a:effectLst/>
      </p:bgPr>
    </p:bg>
    <p:spTree>
      <p:nvGrpSpPr>
        <p:cNvPr id="1" name="Shape 207"/>
        <p:cNvGrpSpPr/>
        <p:nvPr/>
      </p:nvGrpSpPr>
      <p:grpSpPr>
        <a:xfrm>
          <a:off x="0" y="0"/>
          <a:ext cx="0" cy="0"/>
          <a:chOff x="0" y="0"/>
          <a:chExt cx="0" cy="0"/>
        </a:xfrm>
      </p:grpSpPr>
      <p:pic>
        <p:nvPicPr>
          <p:cNvPr id="208" name="Google Shape;208;p48"/>
          <p:cNvPicPr preferRelativeResize="0"/>
          <p:nvPr/>
        </p:nvPicPr>
        <p:blipFill rotWithShape="1">
          <a:blip r:embed="rId3">
            <a:alphaModFix/>
          </a:blip>
          <a:srcRect/>
          <a:stretch/>
        </p:blipFill>
        <p:spPr>
          <a:xfrm>
            <a:off x="7074568" y="0"/>
            <a:ext cx="8875059" cy="6858000"/>
          </a:xfrm>
          <a:prstGeom prst="rect">
            <a:avLst/>
          </a:prstGeom>
          <a:noFill/>
          <a:ln>
            <a:noFill/>
          </a:ln>
        </p:spPr>
      </p:pic>
      <p:sp>
        <p:nvSpPr>
          <p:cNvPr id="209" name="Google Shape;209;p48"/>
          <p:cNvSpPr/>
          <p:nvPr/>
        </p:nvSpPr>
        <p:spPr>
          <a:xfrm flipH="1">
            <a:off x="-3807304" y="0"/>
            <a:ext cx="8875059"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48"/>
          <p:cNvSpPr>
            <a:spLocks noGrp="1"/>
          </p:cNvSpPr>
          <p:nvPr>
            <p:ph type="pic" idx="2"/>
          </p:nvPr>
        </p:nvSpPr>
        <p:spPr>
          <a:xfrm>
            <a:off x="2439679" y="0"/>
            <a:ext cx="7320884" cy="6864350"/>
          </a:xfrm>
          <a:prstGeom prst="rect">
            <a:avLst/>
          </a:prstGeom>
          <a:solidFill>
            <a:srgbClr val="D8D8D8"/>
          </a:solidFill>
          <a:ln>
            <a:noFill/>
          </a:ln>
        </p:spPr>
      </p:sp>
      <p:sp>
        <p:nvSpPr>
          <p:cNvPr id="211" name="Google Shape;211;p48"/>
          <p:cNvSpPr txBox="1">
            <a:spLocks noGrp="1"/>
          </p:cNvSpPr>
          <p:nvPr>
            <p:ph type="title"/>
          </p:nvPr>
        </p:nvSpPr>
        <p:spPr>
          <a:xfrm>
            <a:off x="6888938" y="2855226"/>
            <a:ext cx="5303063" cy="1147548"/>
          </a:xfrm>
          <a:prstGeom prst="rect">
            <a:avLst/>
          </a:prstGeom>
          <a:solidFill>
            <a:srgbClr val="003750"/>
          </a:solid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2F2F2"/>
              </a:buClr>
              <a:buSzPts val="3200"/>
              <a:buFont typeface="Arial"/>
              <a:buNone/>
              <a:defRPr sz="3200" b="0" i="0">
                <a:solidFill>
                  <a:srgbClr val="F2F2F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InfoSlideWithPics_LtBlue">
  <p:cSld name="InfoSlideWithPics_LtBlue">
    <p:bg>
      <p:bgPr>
        <a:blipFill>
          <a:blip r:embed="rId2">
            <a:alphaModFix/>
          </a:blip>
          <a:stretch>
            <a:fillRect/>
          </a:stretch>
        </a:blipFill>
        <a:effectLst/>
      </p:bgPr>
    </p:bg>
    <p:spTree>
      <p:nvGrpSpPr>
        <p:cNvPr id="1" name="Shape 212"/>
        <p:cNvGrpSpPr/>
        <p:nvPr/>
      </p:nvGrpSpPr>
      <p:grpSpPr>
        <a:xfrm>
          <a:off x="0" y="0"/>
          <a:ext cx="0" cy="0"/>
          <a:chOff x="0" y="0"/>
          <a:chExt cx="0" cy="0"/>
        </a:xfrm>
      </p:grpSpPr>
      <p:pic>
        <p:nvPicPr>
          <p:cNvPr id="213" name="Google Shape;213;p49"/>
          <p:cNvPicPr preferRelativeResize="0"/>
          <p:nvPr/>
        </p:nvPicPr>
        <p:blipFill rotWithShape="1">
          <a:blip r:embed="rId3">
            <a:alphaModFix/>
          </a:blip>
          <a:srcRect/>
          <a:stretch/>
        </p:blipFill>
        <p:spPr>
          <a:xfrm flipH="1">
            <a:off x="925607" y="0"/>
            <a:ext cx="8875059" cy="6858000"/>
          </a:xfrm>
          <a:prstGeom prst="rect">
            <a:avLst/>
          </a:prstGeom>
          <a:noFill/>
          <a:ln>
            <a:noFill/>
          </a:ln>
        </p:spPr>
      </p:pic>
      <p:sp>
        <p:nvSpPr>
          <p:cNvPr id="214" name="Google Shape;214;p49"/>
          <p:cNvSpPr txBox="1">
            <a:spLocks noGrp="1"/>
          </p:cNvSpPr>
          <p:nvPr>
            <p:ph type="body" idx="1"/>
          </p:nvPr>
        </p:nvSpPr>
        <p:spPr>
          <a:xfrm>
            <a:off x="660817" y="1964338"/>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5" name="Google Shape;215;p49"/>
          <p:cNvSpPr txBox="1">
            <a:spLocks noGrp="1"/>
          </p:cNvSpPr>
          <p:nvPr>
            <p:ph type="body" idx="2"/>
          </p:nvPr>
        </p:nvSpPr>
        <p:spPr>
          <a:xfrm>
            <a:off x="660400" y="280987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6" name="Google Shape;216;p49"/>
          <p:cNvSpPr>
            <a:spLocks noGrp="1"/>
          </p:cNvSpPr>
          <p:nvPr>
            <p:ph type="pic" idx="3"/>
          </p:nvPr>
        </p:nvSpPr>
        <p:spPr>
          <a:xfrm>
            <a:off x="7562850" y="2"/>
            <a:ext cx="4629151" cy="3428999"/>
          </a:xfrm>
          <a:prstGeom prst="rect">
            <a:avLst/>
          </a:prstGeom>
          <a:solidFill>
            <a:srgbClr val="D8D8D8"/>
          </a:solidFill>
          <a:ln>
            <a:noFill/>
          </a:ln>
        </p:spPr>
      </p:sp>
      <p:sp>
        <p:nvSpPr>
          <p:cNvPr id="217" name="Google Shape;217;p49"/>
          <p:cNvSpPr>
            <a:spLocks noGrp="1"/>
          </p:cNvSpPr>
          <p:nvPr>
            <p:ph type="pic" idx="4"/>
          </p:nvPr>
        </p:nvSpPr>
        <p:spPr>
          <a:xfrm>
            <a:off x="7562850" y="3429003"/>
            <a:ext cx="4629151" cy="3428999"/>
          </a:xfrm>
          <a:prstGeom prst="rect">
            <a:avLst/>
          </a:prstGeom>
          <a:solidFill>
            <a:srgbClr val="D8D8D8"/>
          </a:solid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InfoSlideWithPic_WHT">
  <p:cSld name="InfoSlideWithPic_WHT">
    <p:bg>
      <p:bgPr>
        <a:blipFill>
          <a:blip r:embed="rId2">
            <a:alphaModFix/>
          </a:blip>
          <a:stretch>
            <a:fillRect/>
          </a:stretch>
        </a:blipFill>
        <a:effectLst/>
      </p:bgPr>
    </p:bg>
    <p:spTree>
      <p:nvGrpSpPr>
        <p:cNvPr id="1" name="Shape 218"/>
        <p:cNvGrpSpPr/>
        <p:nvPr/>
      </p:nvGrpSpPr>
      <p:grpSpPr>
        <a:xfrm>
          <a:off x="0" y="0"/>
          <a:ext cx="0" cy="0"/>
          <a:chOff x="0" y="0"/>
          <a:chExt cx="0" cy="0"/>
        </a:xfrm>
      </p:grpSpPr>
      <p:pic>
        <p:nvPicPr>
          <p:cNvPr id="219" name="Google Shape;219;p50"/>
          <p:cNvPicPr preferRelativeResize="0"/>
          <p:nvPr/>
        </p:nvPicPr>
        <p:blipFill rotWithShape="1">
          <a:blip r:embed="rId3">
            <a:alphaModFix/>
          </a:blip>
          <a:srcRect/>
          <a:stretch/>
        </p:blipFill>
        <p:spPr>
          <a:xfrm>
            <a:off x="491427" y="-5681"/>
            <a:ext cx="8889763" cy="6869362"/>
          </a:xfrm>
          <a:prstGeom prst="rect">
            <a:avLst/>
          </a:prstGeom>
          <a:noFill/>
          <a:ln>
            <a:noFill/>
          </a:ln>
        </p:spPr>
      </p:pic>
      <p:sp>
        <p:nvSpPr>
          <p:cNvPr id="220" name="Google Shape;220;p50"/>
          <p:cNvSpPr txBox="1">
            <a:spLocks noGrp="1"/>
          </p:cNvSpPr>
          <p:nvPr>
            <p:ph type="body" idx="1"/>
          </p:nvPr>
        </p:nvSpPr>
        <p:spPr>
          <a:xfrm>
            <a:off x="5985170" y="1628670"/>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1" name="Google Shape;221;p50"/>
          <p:cNvSpPr txBox="1">
            <a:spLocks noGrp="1"/>
          </p:cNvSpPr>
          <p:nvPr>
            <p:ph type="body" idx="2"/>
          </p:nvPr>
        </p:nvSpPr>
        <p:spPr>
          <a:xfrm>
            <a:off x="5984260" y="243215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2" name="Google Shape;222;p50"/>
          <p:cNvSpPr>
            <a:spLocks noGrp="1"/>
          </p:cNvSpPr>
          <p:nvPr>
            <p:ph type="pic" idx="3"/>
          </p:nvPr>
        </p:nvSpPr>
        <p:spPr>
          <a:xfrm>
            <a:off x="-4811" y="362100"/>
            <a:ext cx="3893168" cy="6124752"/>
          </a:xfrm>
          <a:prstGeom prst="rect">
            <a:avLst/>
          </a:prstGeom>
          <a:solidFill>
            <a:srgbClr val="D8D8D8"/>
          </a:solid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InfoSlide_DkBlue">
  <p:cSld name="InfoSlide_DkBlue">
    <p:bg>
      <p:bgPr>
        <a:blipFill>
          <a:blip r:embed="rId2">
            <a:alphaModFix/>
          </a:blip>
          <a:stretch>
            <a:fillRect/>
          </a:stretch>
        </a:blipFill>
        <a:effectLst/>
      </p:bgPr>
    </p:bg>
    <p:spTree>
      <p:nvGrpSpPr>
        <p:cNvPr id="1" name="Shape 223"/>
        <p:cNvGrpSpPr/>
        <p:nvPr/>
      </p:nvGrpSpPr>
      <p:grpSpPr>
        <a:xfrm>
          <a:off x="0" y="0"/>
          <a:ext cx="0" cy="0"/>
          <a:chOff x="0" y="0"/>
          <a:chExt cx="0" cy="0"/>
        </a:xfrm>
      </p:grpSpPr>
      <p:pic>
        <p:nvPicPr>
          <p:cNvPr id="224" name="Google Shape;224;p51"/>
          <p:cNvPicPr preferRelativeResize="0"/>
          <p:nvPr/>
        </p:nvPicPr>
        <p:blipFill rotWithShape="1">
          <a:blip r:embed="rId3">
            <a:alphaModFix/>
          </a:blip>
          <a:srcRect/>
          <a:stretch/>
        </p:blipFill>
        <p:spPr>
          <a:xfrm flipH="1">
            <a:off x="3316941" y="2"/>
            <a:ext cx="8875059" cy="6857999"/>
          </a:xfrm>
          <a:prstGeom prst="rect">
            <a:avLst/>
          </a:prstGeom>
          <a:noFill/>
          <a:ln>
            <a:noFill/>
          </a:ln>
        </p:spPr>
      </p:pic>
      <p:sp>
        <p:nvSpPr>
          <p:cNvPr id="225" name="Google Shape;225;p51"/>
          <p:cNvSpPr txBox="1">
            <a:spLocks noGrp="1"/>
          </p:cNvSpPr>
          <p:nvPr>
            <p:ph type="body" idx="1"/>
          </p:nvPr>
        </p:nvSpPr>
        <p:spPr>
          <a:xfrm>
            <a:off x="660817" y="1964338"/>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51"/>
          <p:cNvSpPr txBox="1">
            <a:spLocks noGrp="1"/>
          </p:cNvSpPr>
          <p:nvPr>
            <p:ph type="body" idx="2"/>
          </p:nvPr>
        </p:nvSpPr>
        <p:spPr>
          <a:xfrm>
            <a:off x="660400" y="280987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InfoSlide_LtBlue">
  <p:cSld name="InfoSlide_LtBlue">
    <p:bg>
      <p:bgPr>
        <a:blipFill>
          <a:blip r:embed="rId2">
            <a:alphaModFix/>
          </a:blip>
          <a:stretch>
            <a:fillRect/>
          </a:stretch>
        </a:blipFill>
        <a:effectLst/>
      </p:bgPr>
    </p:bg>
    <p:spTree>
      <p:nvGrpSpPr>
        <p:cNvPr id="1" name="Shape 227"/>
        <p:cNvGrpSpPr/>
        <p:nvPr/>
      </p:nvGrpSpPr>
      <p:grpSpPr>
        <a:xfrm>
          <a:off x="0" y="0"/>
          <a:ext cx="0" cy="0"/>
          <a:chOff x="0" y="0"/>
          <a:chExt cx="0" cy="0"/>
        </a:xfrm>
      </p:grpSpPr>
      <p:sp>
        <p:nvSpPr>
          <p:cNvPr id="228" name="Google Shape;228;p52"/>
          <p:cNvSpPr txBox="1">
            <a:spLocks noGrp="1"/>
          </p:cNvSpPr>
          <p:nvPr>
            <p:ph type="body" idx="1"/>
          </p:nvPr>
        </p:nvSpPr>
        <p:spPr>
          <a:xfrm>
            <a:off x="660817" y="1964338"/>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9" name="Google Shape;229;p52"/>
          <p:cNvSpPr txBox="1">
            <a:spLocks noGrp="1"/>
          </p:cNvSpPr>
          <p:nvPr>
            <p:ph type="body" idx="2"/>
          </p:nvPr>
        </p:nvSpPr>
        <p:spPr>
          <a:xfrm>
            <a:off x="660400" y="280987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30" name="Google Shape;230;p52"/>
          <p:cNvPicPr preferRelativeResize="0"/>
          <p:nvPr/>
        </p:nvPicPr>
        <p:blipFill rotWithShape="1">
          <a:blip r:embed="rId3">
            <a:alphaModFix/>
          </a:blip>
          <a:srcRect/>
          <a:stretch/>
        </p:blipFill>
        <p:spPr>
          <a:xfrm flipH="1">
            <a:off x="3316941" y="2"/>
            <a:ext cx="8875059" cy="685799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2_InfoSlide_DkBlue">
  <p:cSld name="2_InfoSlide_DkBlue">
    <p:bg>
      <p:bgPr>
        <a:blipFill>
          <a:blip r:embed="rId2">
            <a:alphaModFix/>
          </a:blip>
          <a:stretch>
            <a:fillRect/>
          </a:stretch>
        </a:blipFill>
        <a:effectLst/>
      </p:bgPr>
    </p:bg>
    <p:spTree>
      <p:nvGrpSpPr>
        <p:cNvPr id="1" name="Shape 231"/>
        <p:cNvGrpSpPr/>
        <p:nvPr/>
      </p:nvGrpSpPr>
      <p:grpSpPr>
        <a:xfrm>
          <a:off x="0" y="0"/>
          <a:ext cx="0" cy="0"/>
          <a:chOff x="0" y="0"/>
          <a:chExt cx="0" cy="0"/>
        </a:xfrm>
      </p:grpSpPr>
      <p:pic>
        <p:nvPicPr>
          <p:cNvPr id="232" name="Google Shape;232;p53"/>
          <p:cNvPicPr preferRelativeResize="0"/>
          <p:nvPr/>
        </p:nvPicPr>
        <p:blipFill rotWithShape="1">
          <a:blip r:embed="rId3">
            <a:alphaModFix/>
          </a:blip>
          <a:srcRect/>
          <a:stretch/>
        </p:blipFill>
        <p:spPr>
          <a:xfrm>
            <a:off x="0" y="0"/>
            <a:ext cx="8875059" cy="6858000"/>
          </a:xfrm>
          <a:prstGeom prst="rect">
            <a:avLst/>
          </a:prstGeom>
          <a:noFill/>
          <a:ln>
            <a:noFill/>
          </a:ln>
        </p:spPr>
      </p:pic>
      <p:sp>
        <p:nvSpPr>
          <p:cNvPr id="233" name="Google Shape;233;p53"/>
          <p:cNvSpPr txBox="1">
            <a:spLocks noGrp="1"/>
          </p:cNvSpPr>
          <p:nvPr>
            <p:ph type="body" idx="1"/>
          </p:nvPr>
        </p:nvSpPr>
        <p:spPr>
          <a:xfrm>
            <a:off x="660817" y="2389745"/>
            <a:ext cx="5102903" cy="1464664"/>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4" name="Google Shape;234;p53"/>
          <p:cNvSpPr txBox="1">
            <a:spLocks noGrp="1"/>
          </p:cNvSpPr>
          <p:nvPr>
            <p:ph type="body" idx="2"/>
          </p:nvPr>
        </p:nvSpPr>
        <p:spPr>
          <a:xfrm>
            <a:off x="5998520" y="238974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Divider_DkBlue">
  <p:cSld name="SectionDivider_DkBlue">
    <p:bg>
      <p:bgPr>
        <a:blipFill>
          <a:blip r:embed="rId2">
            <a:alphaModFix/>
          </a:blip>
          <a:stretch>
            <a:fillRect/>
          </a:stretch>
        </a:blipFill>
        <a:effectLst/>
      </p:bgPr>
    </p:bg>
    <p:spTree>
      <p:nvGrpSpPr>
        <p:cNvPr id="1" name="Shape 235"/>
        <p:cNvGrpSpPr/>
        <p:nvPr/>
      </p:nvGrpSpPr>
      <p:grpSpPr>
        <a:xfrm>
          <a:off x="0" y="0"/>
          <a:ext cx="0" cy="0"/>
          <a:chOff x="0" y="0"/>
          <a:chExt cx="0" cy="0"/>
        </a:xfrm>
      </p:grpSpPr>
      <p:pic>
        <p:nvPicPr>
          <p:cNvPr id="236" name="Google Shape;236;p54"/>
          <p:cNvPicPr preferRelativeResize="0"/>
          <p:nvPr/>
        </p:nvPicPr>
        <p:blipFill rotWithShape="1">
          <a:blip r:embed="rId3">
            <a:alphaModFix/>
          </a:blip>
          <a:srcRect/>
          <a:stretch/>
        </p:blipFill>
        <p:spPr>
          <a:xfrm flipH="1">
            <a:off x="3316940" y="2"/>
            <a:ext cx="8875059" cy="6857999"/>
          </a:xfrm>
          <a:prstGeom prst="rect">
            <a:avLst/>
          </a:prstGeom>
          <a:noFill/>
          <a:ln>
            <a:noFill/>
          </a:ln>
        </p:spPr>
      </p:pic>
      <p:sp>
        <p:nvSpPr>
          <p:cNvPr id="237" name="Google Shape;237;p54"/>
          <p:cNvSpPr>
            <a:spLocks noGrp="1"/>
          </p:cNvSpPr>
          <p:nvPr>
            <p:ph type="pic" idx="2"/>
          </p:nvPr>
        </p:nvSpPr>
        <p:spPr>
          <a:xfrm>
            <a:off x="2" y="2057400"/>
            <a:ext cx="12191999" cy="2743200"/>
          </a:xfrm>
          <a:prstGeom prst="rect">
            <a:avLst/>
          </a:prstGeom>
          <a:solidFill>
            <a:srgbClr val="D8D8D8"/>
          </a:solidFill>
          <a:ln>
            <a:noFill/>
          </a:ln>
        </p:spPr>
      </p:sp>
      <p:sp>
        <p:nvSpPr>
          <p:cNvPr id="238" name="Google Shape;238;p54"/>
          <p:cNvSpPr txBox="1">
            <a:spLocks noGrp="1"/>
          </p:cNvSpPr>
          <p:nvPr>
            <p:ph type="body" idx="1"/>
          </p:nvPr>
        </p:nvSpPr>
        <p:spPr>
          <a:xfrm>
            <a:off x="0" y="5591964"/>
            <a:ext cx="12192000" cy="50403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QuoteSlide_DkBlue">
  <p:cSld name="QuoteSlide_DkBlue">
    <p:bg>
      <p:bgPr>
        <a:blipFill>
          <a:blip r:embed="rId2">
            <a:alphaModFix/>
          </a:blip>
          <a:stretch>
            <a:fillRect/>
          </a:stretch>
        </a:blipFill>
        <a:effectLst/>
      </p:bgPr>
    </p:bg>
    <p:spTree>
      <p:nvGrpSpPr>
        <p:cNvPr id="1" name="Shape 239"/>
        <p:cNvGrpSpPr/>
        <p:nvPr/>
      </p:nvGrpSpPr>
      <p:grpSpPr>
        <a:xfrm>
          <a:off x="0" y="0"/>
          <a:ext cx="0" cy="0"/>
          <a:chOff x="0" y="0"/>
          <a:chExt cx="0" cy="0"/>
        </a:xfrm>
      </p:grpSpPr>
      <p:pic>
        <p:nvPicPr>
          <p:cNvPr id="240" name="Google Shape;240;p55"/>
          <p:cNvPicPr preferRelativeResize="0"/>
          <p:nvPr/>
        </p:nvPicPr>
        <p:blipFill rotWithShape="1">
          <a:blip r:embed="rId3">
            <a:alphaModFix/>
          </a:blip>
          <a:srcRect/>
          <a:stretch/>
        </p:blipFill>
        <p:spPr>
          <a:xfrm rot="10800000">
            <a:off x="4762753" y="2"/>
            <a:ext cx="7429247" cy="5740781"/>
          </a:xfrm>
          <a:prstGeom prst="rect">
            <a:avLst/>
          </a:prstGeom>
          <a:noFill/>
          <a:ln>
            <a:noFill/>
          </a:ln>
        </p:spPr>
      </p:pic>
      <p:sp>
        <p:nvSpPr>
          <p:cNvPr id="241" name="Google Shape;241;p55"/>
          <p:cNvSpPr txBox="1">
            <a:spLocks noGrp="1"/>
          </p:cNvSpPr>
          <p:nvPr>
            <p:ph type="body" idx="1"/>
          </p:nvPr>
        </p:nvSpPr>
        <p:spPr>
          <a:xfrm>
            <a:off x="1114425" y="2406651"/>
            <a:ext cx="5486400" cy="18081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400"/>
              <a:buFont typeface="Arial"/>
              <a:buNone/>
              <a:defRPr sz="4400" b="1" i="1"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2" name="Google Shape;242;p55"/>
          <p:cNvSpPr txBox="1"/>
          <p:nvPr/>
        </p:nvSpPr>
        <p:spPr>
          <a:xfrm>
            <a:off x="1061645" y="1353874"/>
            <a:ext cx="1148156" cy="26468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243" name="Google Shape;243;p55"/>
          <p:cNvSpPr txBox="1">
            <a:spLocks noGrp="1"/>
          </p:cNvSpPr>
          <p:nvPr>
            <p:ph type="body" idx="2"/>
          </p:nvPr>
        </p:nvSpPr>
        <p:spPr>
          <a:xfrm>
            <a:off x="1127126" y="4214815"/>
            <a:ext cx="3994151"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4" name="Google Shape;244;p55"/>
          <p:cNvSpPr txBox="1">
            <a:spLocks noGrp="1"/>
          </p:cNvSpPr>
          <p:nvPr>
            <p:ph type="body" idx="3"/>
          </p:nvPr>
        </p:nvSpPr>
        <p:spPr>
          <a:xfrm>
            <a:off x="1127126" y="4524199"/>
            <a:ext cx="3994151"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Divider_LtBlue">
  <p:cSld name="SectionDivider_LtBlue">
    <p:bg>
      <p:bgPr>
        <a:blipFill>
          <a:blip r:embed="rId2">
            <a:alphaModFix/>
          </a:blip>
          <a:stretch>
            <a:fillRect/>
          </a:stretch>
        </a:blipFill>
        <a:effectLst/>
      </p:bgPr>
    </p:bg>
    <p:spTree>
      <p:nvGrpSpPr>
        <p:cNvPr id="1" name="Shape 245"/>
        <p:cNvGrpSpPr/>
        <p:nvPr/>
      </p:nvGrpSpPr>
      <p:grpSpPr>
        <a:xfrm>
          <a:off x="0" y="0"/>
          <a:ext cx="0" cy="0"/>
          <a:chOff x="0" y="0"/>
          <a:chExt cx="0" cy="0"/>
        </a:xfrm>
      </p:grpSpPr>
      <p:sp>
        <p:nvSpPr>
          <p:cNvPr id="246" name="Google Shape;246;p56"/>
          <p:cNvSpPr txBox="1">
            <a:spLocks noGrp="1"/>
          </p:cNvSpPr>
          <p:nvPr>
            <p:ph type="body" idx="1"/>
          </p:nvPr>
        </p:nvSpPr>
        <p:spPr>
          <a:xfrm>
            <a:off x="0" y="3176982"/>
            <a:ext cx="12192000" cy="50403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47" name="Google Shape;247;p56"/>
          <p:cNvPicPr preferRelativeResize="0"/>
          <p:nvPr/>
        </p:nvPicPr>
        <p:blipFill rotWithShape="1">
          <a:blip r:embed="rId3">
            <a:alphaModFix/>
          </a:blip>
          <a:srcRect/>
          <a:stretch/>
        </p:blipFill>
        <p:spPr>
          <a:xfrm>
            <a:off x="3316941" y="2"/>
            <a:ext cx="8875059" cy="6857999"/>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QuoteSlide_LtBlue">
  <p:cSld name="QuoteSlide_LtBlue">
    <p:bg>
      <p:bgPr>
        <a:blipFill>
          <a:blip r:embed="rId2">
            <a:alphaModFix/>
          </a:blip>
          <a:stretch>
            <a:fillRect/>
          </a:stretch>
        </a:blipFill>
        <a:effectLst/>
      </p:bgPr>
    </p:bg>
    <p:spTree>
      <p:nvGrpSpPr>
        <p:cNvPr id="1" name="Shape 248"/>
        <p:cNvGrpSpPr/>
        <p:nvPr/>
      </p:nvGrpSpPr>
      <p:grpSpPr>
        <a:xfrm>
          <a:off x="0" y="0"/>
          <a:ext cx="0" cy="0"/>
          <a:chOff x="0" y="0"/>
          <a:chExt cx="0" cy="0"/>
        </a:xfrm>
      </p:grpSpPr>
      <p:pic>
        <p:nvPicPr>
          <p:cNvPr id="249" name="Google Shape;249;p57"/>
          <p:cNvPicPr preferRelativeResize="0"/>
          <p:nvPr/>
        </p:nvPicPr>
        <p:blipFill rotWithShape="1">
          <a:blip r:embed="rId3">
            <a:alphaModFix/>
          </a:blip>
          <a:srcRect/>
          <a:stretch/>
        </p:blipFill>
        <p:spPr>
          <a:xfrm flipH="1">
            <a:off x="3316941" y="2"/>
            <a:ext cx="8875059" cy="6857999"/>
          </a:xfrm>
          <a:prstGeom prst="rect">
            <a:avLst/>
          </a:prstGeom>
          <a:noFill/>
          <a:ln>
            <a:noFill/>
          </a:ln>
        </p:spPr>
      </p:pic>
      <p:sp>
        <p:nvSpPr>
          <p:cNvPr id="250" name="Google Shape;250;p57"/>
          <p:cNvSpPr txBox="1">
            <a:spLocks noGrp="1"/>
          </p:cNvSpPr>
          <p:nvPr>
            <p:ph type="body" idx="1"/>
          </p:nvPr>
        </p:nvSpPr>
        <p:spPr>
          <a:xfrm>
            <a:off x="1114425" y="2406651"/>
            <a:ext cx="5486400" cy="18081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400"/>
              <a:buFont typeface="Arial"/>
              <a:buNone/>
              <a:defRPr sz="4400" b="1" i="1"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1" name="Google Shape;251;p57"/>
          <p:cNvSpPr txBox="1"/>
          <p:nvPr/>
        </p:nvSpPr>
        <p:spPr>
          <a:xfrm>
            <a:off x="1061645" y="1353874"/>
            <a:ext cx="1148156" cy="26468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252" name="Google Shape;252;p57"/>
          <p:cNvSpPr txBox="1">
            <a:spLocks noGrp="1"/>
          </p:cNvSpPr>
          <p:nvPr>
            <p:ph type="body" idx="2"/>
          </p:nvPr>
        </p:nvSpPr>
        <p:spPr>
          <a:xfrm>
            <a:off x="1127126" y="4214815"/>
            <a:ext cx="3994151"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3" name="Google Shape;253;p57"/>
          <p:cNvSpPr txBox="1">
            <a:spLocks noGrp="1"/>
          </p:cNvSpPr>
          <p:nvPr>
            <p:ph type="body" idx="3"/>
          </p:nvPr>
        </p:nvSpPr>
        <p:spPr>
          <a:xfrm>
            <a:off x="1127126" y="4524199"/>
            <a:ext cx="3994151"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woHexImages_DkBlue">
  <p:cSld name="TwoHexImages_DkBlue">
    <p:bg>
      <p:bgPr>
        <a:blipFill>
          <a:blip r:embed="rId2">
            <a:alphaModFix/>
          </a:blip>
          <a:stretch>
            <a:fillRect/>
          </a:stretch>
        </a:blipFill>
        <a:effectLst/>
      </p:bgPr>
    </p:bg>
    <p:spTree>
      <p:nvGrpSpPr>
        <p:cNvPr id="1" name="Shape 254"/>
        <p:cNvGrpSpPr/>
        <p:nvPr/>
      </p:nvGrpSpPr>
      <p:grpSpPr>
        <a:xfrm>
          <a:off x="0" y="0"/>
          <a:ext cx="0" cy="0"/>
          <a:chOff x="0" y="0"/>
          <a:chExt cx="0" cy="0"/>
        </a:xfrm>
      </p:grpSpPr>
      <p:pic>
        <p:nvPicPr>
          <p:cNvPr id="255" name="Google Shape;255;p58"/>
          <p:cNvPicPr preferRelativeResize="0"/>
          <p:nvPr/>
        </p:nvPicPr>
        <p:blipFill rotWithShape="1">
          <a:blip r:embed="rId3">
            <a:alphaModFix/>
          </a:blip>
          <a:srcRect/>
          <a:stretch/>
        </p:blipFill>
        <p:spPr>
          <a:xfrm>
            <a:off x="6342229" y="2"/>
            <a:ext cx="8875059" cy="6857999"/>
          </a:xfrm>
          <a:prstGeom prst="rect">
            <a:avLst/>
          </a:prstGeom>
          <a:noFill/>
          <a:ln>
            <a:noFill/>
          </a:ln>
        </p:spPr>
      </p:pic>
      <p:pic>
        <p:nvPicPr>
          <p:cNvPr id="256" name="Google Shape;256;p58"/>
          <p:cNvPicPr preferRelativeResize="0"/>
          <p:nvPr/>
        </p:nvPicPr>
        <p:blipFill rotWithShape="1">
          <a:blip r:embed="rId4">
            <a:alphaModFix/>
          </a:blip>
          <a:srcRect/>
          <a:stretch/>
        </p:blipFill>
        <p:spPr>
          <a:xfrm rot="10800000">
            <a:off x="-1281188" y="3948698"/>
            <a:ext cx="9091864" cy="7025531"/>
          </a:xfrm>
          <a:prstGeom prst="rect">
            <a:avLst/>
          </a:prstGeom>
          <a:noFill/>
          <a:ln>
            <a:noFill/>
          </a:ln>
        </p:spPr>
      </p:pic>
      <p:sp>
        <p:nvSpPr>
          <p:cNvPr id="257" name="Google Shape;257;p58"/>
          <p:cNvSpPr>
            <a:spLocks noGrp="1"/>
          </p:cNvSpPr>
          <p:nvPr>
            <p:ph type="pic" idx="2"/>
          </p:nvPr>
        </p:nvSpPr>
        <p:spPr>
          <a:xfrm>
            <a:off x="5999562" y="2991328"/>
            <a:ext cx="4033319" cy="3897152"/>
          </a:xfrm>
          <a:prstGeom prst="rect">
            <a:avLst/>
          </a:prstGeom>
          <a:solidFill>
            <a:srgbClr val="D8D8D8"/>
          </a:solidFill>
          <a:ln w="57150" cap="flat" cmpd="sng">
            <a:solidFill>
              <a:srgbClr val="00A9DB">
                <a:alpha val="74509"/>
              </a:srgbClr>
            </a:solidFill>
            <a:prstDash val="solid"/>
            <a:round/>
            <a:headEnd type="none" w="sm" len="sm"/>
            <a:tailEnd type="none" w="sm" len="sm"/>
          </a:ln>
        </p:spPr>
      </p:sp>
      <p:sp>
        <p:nvSpPr>
          <p:cNvPr id="258" name="Google Shape;258;p58"/>
          <p:cNvSpPr>
            <a:spLocks noGrp="1"/>
          </p:cNvSpPr>
          <p:nvPr>
            <p:ph type="pic" idx="3"/>
          </p:nvPr>
        </p:nvSpPr>
        <p:spPr>
          <a:xfrm>
            <a:off x="2081285" y="-20320"/>
            <a:ext cx="5187635" cy="5254704"/>
          </a:xfrm>
          <a:prstGeom prst="rect">
            <a:avLst/>
          </a:prstGeom>
          <a:solidFill>
            <a:srgbClr val="D8D8D8"/>
          </a:solidFill>
          <a:ln w="57150" cap="flat" cmpd="sng">
            <a:solidFill>
              <a:srgbClr val="00A9DB">
                <a:alpha val="74509"/>
              </a:srgbClr>
            </a:solidFill>
            <a:prstDash val="solid"/>
            <a:round/>
            <a:headEnd type="none" w="sm" len="sm"/>
            <a:tailEnd type="none" w="sm" len="sm"/>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woHexImages_WHT">
  <p:cSld name="TwoHexImages_WHT">
    <p:bg>
      <p:bgPr>
        <a:blipFill>
          <a:blip r:embed="rId2">
            <a:alphaModFix/>
          </a:blip>
          <a:stretch>
            <a:fillRect/>
          </a:stretch>
        </a:blipFill>
        <a:effectLst/>
      </p:bgPr>
    </p:bg>
    <p:spTree>
      <p:nvGrpSpPr>
        <p:cNvPr id="1" name="Shape 259"/>
        <p:cNvGrpSpPr/>
        <p:nvPr/>
      </p:nvGrpSpPr>
      <p:grpSpPr>
        <a:xfrm>
          <a:off x="0" y="0"/>
          <a:ext cx="0" cy="0"/>
          <a:chOff x="0" y="0"/>
          <a:chExt cx="0" cy="0"/>
        </a:xfrm>
      </p:grpSpPr>
      <p:pic>
        <p:nvPicPr>
          <p:cNvPr id="260" name="Google Shape;260;p59"/>
          <p:cNvPicPr preferRelativeResize="0"/>
          <p:nvPr/>
        </p:nvPicPr>
        <p:blipFill rotWithShape="1">
          <a:blip r:embed="rId3">
            <a:alphaModFix/>
          </a:blip>
          <a:srcRect/>
          <a:stretch/>
        </p:blipFill>
        <p:spPr>
          <a:xfrm>
            <a:off x="6017109" y="2"/>
            <a:ext cx="8875059" cy="6857999"/>
          </a:xfrm>
          <a:prstGeom prst="rect">
            <a:avLst/>
          </a:prstGeom>
          <a:noFill/>
          <a:ln>
            <a:noFill/>
          </a:ln>
        </p:spPr>
      </p:pic>
      <p:sp>
        <p:nvSpPr>
          <p:cNvPr id="261" name="Google Shape;261;p59"/>
          <p:cNvSpPr/>
          <p:nvPr/>
        </p:nvSpPr>
        <p:spPr>
          <a:xfrm rot="10800000">
            <a:off x="-2104208" y="-30480"/>
            <a:ext cx="8875059" cy="4812744"/>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9"/>
          <p:cNvSpPr>
            <a:spLocks noGrp="1"/>
          </p:cNvSpPr>
          <p:nvPr>
            <p:ph type="pic" idx="2"/>
          </p:nvPr>
        </p:nvSpPr>
        <p:spPr>
          <a:xfrm>
            <a:off x="2333322" y="2991328"/>
            <a:ext cx="4033319" cy="3897152"/>
          </a:xfrm>
          <a:prstGeom prst="rect">
            <a:avLst/>
          </a:prstGeom>
          <a:solidFill>
            <a:srgbClr val="D8D8D8"/>
          </a:solidFill>
          <a:ln w="57150" cap="flat" cmpd="sng">
            <a:solidFill>
              <a:srgbClr val="00A9DB">
                <a:alpha val="74509"/>
              </a:srgbClr>
            </a:solidFill>
            <a:prstDash val="solid"/>
            <a:round/>
            <a:headEnd type="none" w="sm" len="sm"/>
            <a:tailEnd type="none" w="sm" len="sm"/>
          </a:ln>
        </p:spPr>
      </p:sp>
      <p:sp>
        <p:nvSpPr>
          <p:cNvPr id="263" name="Google Shape;263;p59"/>
          <p:cNvSpPr>
            <a:spLocks noGrp="1"/>
          </p:cNvSpPr>
          <p:nvPr>
            <p:ph type="pic" idx="3"/>
          </p:nvPr>
        </p:nvSpPr>
        <p:spPr>
          <a:xfrm>
            <a:off x="4214885" y="-71120"/>
            <a:ext cx="5187635" cy="5254704"/>
          </a:xfrm>
          <a:prstGeom prst="rect">
            <a:avLst/>
          </a:prstGeom>
          <a:solidFill>
            <a:srgbClr val="D8D8D8"/>
          </a:solidFill>
          <a:ln w="57150" cap="flat" cmpd="sng">
            <a:solidFill>
              <a:srgbClr val="00A9DB">
                <a:alpha val="74509"/>
              </a:srgbClr>
            </a:solidFill>
            <a:prstDash val="solid"/>
            <a:round/>
            <a:headEnd type="none" w="sm" len="sm"/>
            <a:tailEnd type="none" w="sm" len="sm"/>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AgendaSlide_WHT">
  <p:cSld name="AgendaSlide_WHT">
    <p:bg>
      <p:bgPr>
        <a:blipFill>
          <a:blip r:embed="rId2">
            <a:alphaModFix/>
          </a:blip>
          <a:stretch>
            <a:fillRect/>
          </a:stretch>
        </a:blipFill>
        <a:effectLst/>
      </p:bgPr>
    </p:bg>
    <p:spTree>
      <p:nvGrpSpPr>
        <p:cNvPr id="1" name="Shape 264"/>
        <p:cNvGrpSpPr/>
        <p:nvPr/>
      </p:nvGrpSpPr>
      <p:grpSpPr>
        <a:xfrm>
          <a:off x="0" y="0"/>
          <a:ext cx="0" cy="0"/>
          <a:chOff x="0" y="0"/>
          <a:chExt cx="0" cy="0"/>
        </a:xfrm>
      </p:grpSpPr>
      <p:sp>
        <p:nvSpPr>
          <p:cNvPr id="265" name="Google Shape;265;p60"/>
          <p:cNvSpPr txBox="1">
            <a:spLocks noGrp="1"/>
          </p:cNvSpPr>
          <p:nvPr>
            <p:ph type="title"/>
          </p:nvPr>
        </p:nvSpPr>
        <p:spPr>
          <a:xfrm>
            <a:off x="838200" y="1330326"/>
            <a:ext cx="5257800" cy="9339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3750"/>
              </a:buClr>
              <a:buSzPts val="4000"/>
              <a:buFont typeface="Arial"/>
              <a:buNone/>
              <a:defRPr sz="4000" b="0" i="0">
                <a:solidFill>
                  <a:srgbClr val="00375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6" name="Google Shape;266;p60"/>
          <p:cNvSpPr txBox="1">
            <a:spLocks noGrp="1"/>
          </p:cNvSpPr>
          <p:nvPr>
            <p:ph type="body" idx="1"/>
          </p:nvPr>
        </p:nvSpPr>
        <p:spPr>
          <a:xfrm>
            <a:off x="838200" y="2387602"/>
            <a:ext cx="5257800" cy="3527425"/>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00A9DB"/>
              </a:buClr>
              <a:buSzPts val="2000"/>
              <a:buFont typeface="Arial"/>
              <a:buChar char="•"/>
              <a:defRPr sz="2000" b="0" i="0" u="none" strike="noStrike" cap="none">
                <a:solidFill>
                  <a:srgbClr val="00A9DB"/>
                </a:solidFill>
                <a:latin typeface="Arial"/>
                <a:ea typeface="Arial"/>
                <a:cs typeface="Arial"/>
                <a:sym typeface="Arial"/>
              </a:defRPr>
            </a:lvl1pPr>
            <a:lvl2pPr marL="914400" marR="0" lvl="1" indent="-342900" algn="l" rtl="0">
              <a:lnSpc>
                <a:spcPct val="90000"/>
              </a:lnSpc>
              <a:spcBef>
                <a:spcPts val="500"/>
              </a:spcBef>
              <a:spcAft>
                <a:spcPts val="0"/>
              </a:spcAft>
              <a:buClr>
                <a:srgbClr val="00A9DB"/>
              </a:buClr>
              <a:buSzPts val="1800"/>
              <a:buFont typeface="Arial"/>
              <a:buChar char="•"/>
              <a:defRPr sz="1800" b="0" i="0" u="none" strike="noStrike" cap="none">
                <a:solidFill>
                  <a:srgbClr val="00A9DB"/>
                </a:solidFill>
                <a:latin typeface="Arial"/>
                <a:ea typeface="Arial"/>
                <a:cs typeface="Arial"/>
                <a:sym typeface="Arial"/>
              </a:defRPr>
            </a:lvl2pPr>
            <a:lvl3pPr marL="1371600" marR="0" lvl="2" indent="-330200" algn="l" rtl="0">
              <a:lnSpc>
                <a:spcPct val="90000"/>
              </a:lnSpc>
              <a:spcBef>
                <a:spcPts val="500"/>
              </a:spcBef>
              <a:spcAft>
                <a:spcPts val="0"/>
              </a:spcAft>
              <a:buClr>
                <a:srgbClr val="00A9DB"/>
              </a:buClr>
              <a:buSzPts val="1600"/>
              <a:buFont typeface="Arial"/>
              <a:buChar char="•"/>
              <a:defRPr sz="1600" b="0" i="0" u="none" strike="noStrike" cap="none">
                <a:solidFill>
                  <a:srgbClr val="00A9DB"/>
                </a:solidFill>
                <a:latin typeface="Arial"/>
                <a:ea typeface="Arial"/>
                <a:cs typeface="Arial"/>
                <a:sym typeface="Arial"/>
              </a:defRPr>
            </a:lvl3pPr>
            <a:lvl4pPr marL="1828800" marR="0" lvl="3"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4pPr>
            <a:lvl5pPr marL="2286000" marR="0" lvl="4"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67" name="Google Shape;267;p60"/>
          <p:cNvPicPr preferRelativeResize="0"/>
          <p:nvPr/>
        </p:nvPicPr>
        <p:blipFill rotWithShape="1">
          <a:blip r:embed="rId3">
            <a:alphaModFix/>
          </a:blip>
          <a:srcRect/>
          <a:stretch/>
        </p:blipFill>
        <p:spPr>
          <a:xfrm rot="10800000">
            <a:off x="3316941" y="0"/>
            <a:ext cx="8875059" cy="685800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tatSlide_WHT">
  <p:cSld name="StatSlide_WHT">
    <p:bg>
      <p:bgPr>
        <a:blipFill>
          <a:blip r:embed="rId2">
            <a:alphaModFix/>
          </a:blip>
          <a:stretch>
            <a:fillRect/>
          </a:stretch>
        </a:blipFill>
        <a:effectLst/>
      </p:bgPr>
    </p:bg>
    <p:spTree>
      <p:nvGrpSpPr>
        <p:cNvPr id="1" name="Shape 268"/>
        <p:cNvGrpSpPr/>
        <p:nvPr/>
      </p:nvGrpSpPr>
      <p:grpSpPr>
        <a:xfrm>
          <a:off x="0" y="0"/>
          <a:ext cx="0" cy="0"/>
          <a:chOff x="0" y="0"/>
          <a:chExt cx="0" cy="0"/>
        </a:xfrm>
      </p:grpSpPr>
      <p:pic>
        <p:nvPicPr>
          <p:cNvPr id="269" name="Google Shape;269;p61"/>
          <p:cNvPicPr preferRelativeResize="0"/>
          <p:nvPr/>
        </p:nvPicPr>
        <p:blipFill rotWithShape="1">
          <a:blip r:embed="rId3">
            <a:alphaModFix/>
          </a:blip>
          <a:srcRect/>
          <a:stretch/>
        </p:blipFill>
        <p:spPr>
          <a:xfrm rot="10800000" flipH="1">
            <a:off x="3316941" y="0"/>
            <a:ext cx="8875059" cy="6858000"/>
          </a:xfrm>
          <a:prstGeom prst="rect">
            <a:avLst/>
          </a:prstGeom>
          <a:noFill/>
          <a:ln>
            <a:noFill/>
          </a:ln>
        </p:spPr>
      </p:pic>
      <p:sp>
        <p:nvSpPr>
          <p:cNvPr id="270" name="Google Shape;270;p61"/>
          <p:cNvSpPr txBox="1">
            <a:spLocks noGrp="1"/>
          </p:cNvSpPr>
          <p:nvPr>
            <p:ph type="title"/>
          </p:nvPr>
        </p:nvSpPr>
        <p:spPr>
          <a:xfrm>
            <a:off x="-1" y="2040584"/>
            <a:ext cx="7473949" cy="1993062"/>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5000"/>
              <a:buFont typeface="Arial"/>
              <a:buNone/>
              <a:defRPr sz="15000"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1" name="Google Shape;271;p61"/>
          <p:cNvSpPr txBox="1">
            <a:spLocks noGrp="1"/>
          </p:cNvSpPr>
          <p:nvPr>
            <p:ph type="body" idx="1"/>
          </p:nvPr>
        </p:nvSpPr>
        <p:spPr>
          <a:xfrm>
            <a:off x="4560635" y="3547360"/>
            <a:ext cx="7473951" cy="61213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3600"/>
              <a:buFont typeface="Arial"/>
              <a:buNone/>
              <a:defRPr sz="36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tatSlide_DkBlue">
  <p:cSld name="StatSlide_DkBlue">
    <p:bg>
      <p:bgPr>
        <a:blipFill>
          <a:blip r:embed="rId2">
            <a:alphaModFix/>
          </a:blip>
          <a:stretch>
            <a:fillRect/>
          </a:stretch>
        </a:blipFill>
        <a:effectLst/>
      </p:bgPr>
    </p:bg>
    <p:spTree>
      <p:nvGrpSpPr>
        <p:cNvPr id="1" name="Shape 272"/>
        <p:cNvGrpSpPr/>
        <p:nvPr/>
      </p:nvGrpSpPr>
      <p:grpSpPr>
        <a:xfrm>
          <a:off x="0" y="0"/>
          <a:ext cx="0" cy="0"/>
          <a:chOff x="0" y="0"/>
          <a:chExt cx="0" cy="0"/>
        </a:xfrm>
      </p:grpSpPr>
      <p:pic>
        <p:nvPicPr>
          <p:cNvPr id="273" name="Google Shape;273;p62"/>
          <p:cNvPicPr preferRelativeResize="0"/>
          <p:nvPr/>
        </p:nvPicPr>
        <p:blipFill rotWithShape="1">
          <a:blip r:embed="rId3">
            <a:alphaModFix/>
          </a:blip>
          <a:srcRect/>
          <a:stretch/>
        </p:blipFill>
        <p:spPr>
          <a:xfrm rot="10800000">
            <a:off x="4183215" y="2"/>
            <a:ext cx="8875059" cy="6857999"/>
          </a:xfrm>
          <a:prstGeom prst="rect">
            <a:avLst/>
          </a:prstGeom>
          <a:noFill/>
          <a:ln>
            <a:noFill/>
          </a:ln>
        </p:spPr>
      </p:pic>
      <p:sp>
        <p:nvSpPr>
          <p:cNvPr id="274" name="Google Shape;274;p62"/>
          <p:cNvSpPr txBox="1">
            <a:spLocks noGrp="1"/>
          </p:cNvSpPr>
          <p:nvPr>
            <p:ph type="title"/>
          </p:nvPr>
        </p:nvSpPr>
        <p:spPr>
          <a:xfrm>
            <a:off x="-1" y="2442920"/>
            <a:ext cx="7473949" cy="1993062"/>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5000"/>
              <a:buFont typeface="Arial"/>
              <a:buNone/>
              <a:defRPr sz="15000"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5" name="Google Shape;275;p62"/>
          <p:cNvSpPr txBox="1">
            <a:spLocks noGrp="1"/>
          </p:cNvSpPr>
          <p:nvPr>
            <p:ph type="body" idx="1"/>
          </p:nvPr>
        </p:nvSpPr>
        <p:spPr>
          <a:xfrm>
            <a:off x="4560635" y="3949696"/>
            <a:ext cx="7473951" cy="61213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76"/>
        <p:cNvGrpSpPr/>
        <p:nvPr/>
      </p:nvGrpSpPr>
      <p:grpSpPr>
        <a:xfrm>
          <a:off x="0" y="0"/>
          <a:ext cx="0" cy="0"/>
          <a:chOff x="0" y="0"/>
          <a:chExt cx="0" cy="0"/>
        </a:xfrm>
      </p:grpSpPr>
      <p:sp>
        <p:nvSpPr>
          <p:cNvPr id="277" name="Google Shape;277;p63"/>
          <p:cNvSpPr>
            <a:spLocks noGrp="1"/>
          </p:cNvSpPr>
          <p:nvPr>
            <p:ph type="pic" idx="2"/>
          </p:nvPr>
        </p:nvSpPr>
        <p:spPr>
          <a:xfrm>
            <a:off x="4109704" y="1137603"/>
            <a:ext cx="3972591" cy="4582793"/>
          </a:xfrm>
          <a:prstGeom prst="rect">
            <a:avLst/>
          </a:prstGeom>
          <a:solidFill>
            <a:srgbClr val="A8A7AB"/>
          </a:solid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DkBlue">
  <p:cSld name="Title Slide-DkBlue">
    <p:bg>
      <p:bgPr>
        <a:blipFill>
          <a:blip r:embed="rId2">
            <a:alphaModFix/>
          </a:blip>
          <a:stretch>
            <a:fillRect/>
          </a:stretch>
        </a:blipFill>
        <a:effectLst/>
      </p:bgPr>
    </p:bg>
    <p:spTree>
      <p:nvGrpSpPr>
        <p:cNvPr id="1" name="Shape 281"/>
        <p:cNvGrpSpPr/>
        <p:nvPr/>
      </p:nvGrpSpPr>
      <p:grpSpPr>
        <a:xfrm>
          <a:off x="0" y="0"/>
          <a:ext cx="0" cy="0"/>
          <a:chOff x="0" y="0"/>
          <a:chExt cx="0" cy="0"/>
        </a:xfrm>
      </p:grpSpPr>
      <p:sp>
        <p:nvSpPr>
          <p:cNvPr id="282" name="Google Shape;282;p65"/>
          <p:cNvSpPr txBox="1">
            <a:spLocks noGrp="1"/>
          </p:cNvSpPr>
          <p:nvPr>
            <p:ph type="ctrTitle"/>
          </p:nvPr>
        </p:nvSpPr>
        <p:spPr>
          <a:xfrm>
            <a:off x="1524000" y="2828545"/>
            <a:ext cx="9144000" cy="101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3" name="Google Shape;283;p65"/>
          <p:cNvSpPr txBox="1">
            <a:spLocks noGrp="1"/>
          </p:cNvSpPr>
          <p:nvPr>
            <p:ph type="subTitle" idx="1"/>
          </p:nvPr>
        </p:nvSpPr>
        <p:spPr>
          <a:xfrm>
            <a:off x="1524000" y="3690652"/>
            <a:ext cx="9144000" cy="4335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84" name="Google Shape;284;p65"/>
          <p:cNvSpPr txBox="1">
            <a:spLocks noGrp="1"/>
          </p:cNvSpPr>
          <p:nvPr>
            <p:ph type="body" idx="2"/>
          </p:nvPr>
        </p:nvSpPr>
        <p:spPr>
          <a:xfrm>
            <a:off x="414496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InfoSlideWithPic_DkBlue">
  <p:cSld name="InfoSlideWithPic_DkBlue">
    <p:bg>
      <p:bgPr>
        <a:blipFill>
          <a:blip r:embed="rId2">
            <a:alphaModFix/>
          </a:blip>
          <a:stretch>
            <a:fillRect/>
          </a:stretch>
        </a:blipFill>
        <a:effectLst/>
      </p:bgPr>
    </p:bg>
    <p:spTree>
      <p:nvGrpSpPr>
        <p:cNvPr id="1" name="Shape 285"/>
        <p:cNvGrpSpPr/>
        <p:nvPr/>
      </p:nvGrpSpPr>
      <p:grpSpPr>
        <a:xfrm>
          <a:off x="0" y="0"/>
          <a:ext cx="0" cy="0"/>
          <a:chOff x="0" y="0"/>
          <a:chExt cx="0" cy="0"/>
        </a:xfrm>
      </p:grpSpPr>
      <p:pic>
        <p:nvPicPr>
          <p:cNvPr id="286" name="Google Shape;286;p66"/>
          <p:cNvPicPr preferRelativeResize="0"/>
          <p:nvPr/>
        </p:nvPicPr>
        <p:blipFill rotWithShape="1">
          <a:blip r:embed="rId3">
            <a:alphaModFix/>
          </a:blip>
          <a:srcRect/>
          <a:stretch/>
        </p:blipFill>
        <p:spPr>
          <a:xfrm rot="10800000" flipH="1">
            <a:off x="3316941" y="6925"/>
            <a:ext cx="8875057" cy="6858001"/>
          </a:xfrm>
          <a:prstGeom prst="rect">
            <a:avLst/>
          </a:prstGeom>
          <a:noFill/>
          <a:ln>
            <a:noFill/>
          </a:ln>
        </p:spPr>
      </p:pic>
      <p:sp>
        <p:nvSpPr>
          <p:cNvPr id="287" name="Google Shape;287;p66"/>
          <p:cNvSpPr>
            <a:spLocks noGrp="1"/>
          </p:cNvSpPr>
          <p:nvPr>
            <p:ph type="pic" idx="2"/>
          </p:nvPr>
        </p:nvSpPr>
        <p:spPr>
          <a:xfrm>
            <a:off x="6102725" y="4"/>
            <a:ext cx="6098400" cy="6864900"/>
          </a:xfrm>
          <a:prstGeom prst="rect">
            <a:avLst/>
          </a:prstGeom>
          <a:solidFill>
            <a:srgbClr val="D8D8D8"/>
          </a:solidFill>
          <a:ln>
            <a:noFill/>
          </a:ln>
        </p:spPr>
      </p:sp>
      <p:sp>
        <p:nvSpPr>
          <p:cNvPr id="288" name="Google Shape;288;p66"/>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9" name="Google Shape;289;p66"/>
          <p:cNvSpPr txBox="1">
            <a:spLocks noGrp="1"/>
          </p:cNvSpPr>
          <p:nvPr>
            <p:ph type="body" idx="3"/>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Slide_LtBlue">
  <p:cSld name="Title Slide_LtBlue">
    <p:bg>
      <p:bgPr>
        <a:blipFill>
          <a:blip r:embed="rId2">
            <a:alphaModFix/>
          </a:blip>
          <a:stretch>
            <a:fillRect/>
          </a:stretch>
        </a:blipFill>
        <a:effectLst/>
      </p:bgPr>
    </p:bg>
    <p:spTree>
      <p:nvGrpSpPr>
        <p:cNvPr id="1" name="Shape 290"/>
        <p:cNvGrpSpPr/>
        <p:nvPr/>
      </p:nvGrpSpPr>
      <p:grpSpPr>
        <a:xfrm>
          <a:off x="0" y="0"/>
          <a:ext cx="0" cy="0"/>
          <a:chOff x="0" y="0"/>
          <a:chExt cx="0" cy="0"/>
        </a:xfrm>
      </p:grpSpPr>
      <p:sp>
        <p:nvSpPr>
          <p:cNvPr id="291" name="Google Shape;291;p67"/>
          <p:cNvSpPr txBox="1">
            <a:spLocks noGrp="1"/>
          </p:cNvSpPr>
          <p:nvPr>
            <p:ph type="ctrTitle"/>
          </p:nvPr>
        </p:nvSpPr>
        <p:spPr>
          <a:xfrm>
            <a:off x="438912" y="2828545"/>
            <a:ext cx="9144000" cy="1010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2" name="Google Shape;292;p67"/>
          <p:cNvSpPr txBox="1">
            <a:spLocks noGrp="1"/>
          </p:cNvSpPr>
          <p:nvPr>
            <p:ph type="subTitle" idx="1"/>
          </p:nvPr>
        </p:nvSpPr>
        <p:spPr>
          <a:xfrm>
            <a:off x="438912" y="3690652"/>
            <a:ext cx="9144000" cy="43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3750"/>
              </a:buClr>
              <a:buSzPts val="2800"/>
              <a:buFont typeface="Arial"/>
              <a:buNone/>
              <a:defRPr sz="2800" b="0" i="0" u="none" strike="noStrike" cap="none">
                <a:solidFill>
                  <a:srgbClr val="00375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93" name="Google Shape;293;p67"/>
          <p:cNvSpPr txBox="1">
            <a:spLocks noGrp="1"/>
          </p:cNvSpPr>
          <p:nvPr>
            <p:ph type="body" idx="2"/>
          </p:nvPr>
        </p:nvSpPr>
        <p:spPr>
          <a:xfrm>
            <a:off x="43891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InfoSlideWithPics_LtBlue">
  <p:cSld name="InfoSlideWithPics_LtBlue">
    <p:bg>
      <p:bgPr>
        <a:blipFill>
          <a:blip r:embed="rId2">
            <a:alphaModFix/>
          </a:blip>
          <a:stretch>
            <a:fillRect/>
          </a:stretch>
        </a:blipFill>
        <a:effectLst/>
      </p:bgPr>
    </p:bg>
    <p:spTree>
      <p:nvGrpSpPr>
        <p:cNvPr id="1" name="Shape 294"/>
        <p:cNvGrpSpPr/>
        <p:nvPr/>
      </p:nvGrpSpPr>
      <p:grpSpPr>
        <a:xfrm>
          <a:off x="0" y="0"/>
          <a:ext cx="0" cy="0"/>
          <a:chOff x="0" y="0"/>
          <a:chExt cx="0" cy="0"/>
        </a:xfrm>
      </p:grpSpPr>
      <p:pic>
        <p:nvPicPr>
          <p:cNvPr id="295" name="Google Shape;295;p68"/>
          <p:cNvPicPr preferRelativeResize="0"/>
          <p:nvPr/>
        </p:nvPicPr>
        <p:blipFill rotWithShape="1">
          <a:blip r:embed="rId3">
            <a:alphaModFix/>
          </a:blip>
          <a:srcRect/>
          <a:stretch/>
        </p:blipFill>
        <p:spPr>
          <a:xfrm flipH="1">
            <a:off x="925609" y="0"/>
            <a:ext cx="8875057" cy="6858001"/>
          </a:xfrm>
          <a:prstGeom prst="rect">
            <a:avLst/>
          </a:prstGeom>
          <a:noFill/>
          <a:ln>
            <a:noFill/>
          </a:ln>
        </p:spPr>
      </p:pic>
      <p:sp>
        <p:nvSpPr>
          <p:cNvPr id="296" name="Google Shape;296;p68"/>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7" name="Google Shape;297;p68"/>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8" name="Google Shape;298;p68"/>
          <p:cNvSpPr>
            <a:spLocks noGrp="1"/>
          </p:cNvSpPr>
          <p:nvPr>
            <p:ph type="pic" idx="3"/>
          </p:nvPr>
        </p:nvSpPr>
        <p:spPr>
          <a:xfrm>
            <a:off x="7562850" y="2"/>
            <a:ext cx="4629300" cy="3429000"/>
          </a:xfrm>
          <a:prstGeom prst="rect">
            <a:avLst/>
          </a:prstGeom>
          <a:solidFill>
            <a:srgbClr val="D8D8D8"/>
          </a:solidFill>
          <a:ln>
            <a:noFill/>
          </a:ln>
        </p:spPr>
      </p:sp>
      <p:sp>
        <p:nvSpPr>
          <p:cNvPr id="299" name="Google Shape;299;p68"/>
          <p:cNvSpPr>
            <a:spLocks noGrp="1"/>
          </p:cNvSpPr>
          <p:nvPr>
            <p:ph type="pic" idx="4"/>
          </p:nvPr>
        </p:nvSpPr>
        <p:spPr>
          <a:xfrm>
            <a:off x="7562850" y="3429003"/>
            <a:ext cx="4629300" cy="3429000"/>
          </a:xfrm>
          <a:prstGeom prst="rect">
            <a:avLst/>
          </a:prstGeom>
          <a:solidFill>
            <a:srgbClr val="D8D8D8"/>
          </a:solid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InfoSlideWithPic_WHT">
  <p:cSld name="InfoSlideWithPic_WHT">
    <p:bg>
      <p:bgPr>
        <a:blipFill>
          <a:blip r:embed="rId2">
            <a:alphaModFix/>
          </a:blip>
          <a:stretch>
            <a:fillRect/>
          </a:stretch>
        </a:blipFill>
        <a:effectLst/>
      </p:bgPr>
    </p:bg>
    <p:spTree>
      <p:nvGrpSpPr>
        <p:cNvPr id="1" name="Shape 300"/>
        <p:cNvGrpSpPr/>
        <p:nvPr/>
      </p:nvGrpSpPr>
      <p:grpSpPr>
        <a:xfrm>
          <a:off x="0" y="0"/>
          <a:ext cx="0" cy="0"/>
          <a:chOff x="0" y="0"/>
          <a:chExt cx="0" cy="0"/>
        </a:xfrm>
      </p:grpSpPr>
      <p:pic>
        <p:nvPicPr>
          <p:cNvPr id="301" name="Google Shape;301;p69"/>
          <p:cNvPicPr preferRelativeResize="0"/>
          <p:nvPr/>
        </p:nvPicPr>
        <p:blipFill rotWithShape="1">
          <a:blip r:embed="rId3">
            <a:alphaModFix/>
          </a:blip>
          <a:srcRect/>
          <a:stretch/>
        </p:blipFill>
        <p:spPr>
          <a:xfrm>
            <a:off x="491427" y="-5681"/>
            <a:ext cx="8889764" cy="6869364"/>
          </a:xfrm>
          <a:prstGeom prst="rect">
            <a:avLst/>
          </a:prstGeom>
          <a:noFill/>
          <a:ln>
            <a:noFill/>
          </a:ln>
        </p:spPr>
      </p:pic>
      <p:sp>
        <p:nvSpPr>
          <p:cNvPr id="302" name="Google Shape;302;p69"/>
          <p:cNvSpPr txBox="1">
            <a:spLocks noGrp="1"/>
          </p:cNvSpPr>
          <p:nvPr>
            <p:ph type="body" idx="1"/>
          </p:nvPr>
        </p:nvSpPr>
        <p:spPr>
          <a:xfrm>
            <a:off x="5985170" y="1628670"/>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3" name="Google Shape;303;p69"/>
          <p:cNvSpPr txBox="1">
            <a:spLocks noGrp="1"/>
          </p:cNvSpPr>
          <p:nvPr>
            <p:ph type="body" idx="2"/>
          </p:nvPr>
        </p:nvSpPr>
        <p:spPr>
          <a:xfrm>
            <a:off x="5984260" y="243215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4" name="Google Shape;304;p69"/>
          <p:cNvSpPr>
            <a:spLocks noGrp="1"/>
          </p:cNvSpPr>
          <p:nvPr>
            <p:ph type="pic" idx="3"/>
          </p:nvPr>
        </p:nvSpPr>
        <p:spPr>
          <a:xfrm>
            <a:off x="-4811" y="362100"/>
            <a:ext cx="3893100" cy="6124800"/>
          </a:xfrm>
          <a:prstGeom prst="rect">
            <a:avLst/>
          </a:prstGeom>
          <a:solidFill>
            <a:srgbClr val="D8D8D8"/>
          </a:solid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InfoSlide_DkBlue">
  <p:cSld name="InfoSlide_DkBlue">
    <p:bg>
      <p:bgPr>
        <a:blipFill>
          <a:blip r:embed="rId2">
            <a:alphaModFix/>
          </a:blip>
          <a:stretch>
            <a:fillRect/>
          </a:stretch>
        </a:blipFill>
        <a:effectLst/>
      </p:bgPr>
    </p:bg>
    <p:spTree>
      <p:nvGrpSpPr>
        <p:cNvPr id="1" name="Shape 305"/>
        <p:cNvGrpSpPr/>
        <p:nvPr/>
      </p:nvGrpSpPr>
      <p:grpSpPr>
        <a:xfrm>
          <a:off x="0" y="0"/>
          <a:ext cx="0" cy="0"/>
          <a:chOff x="0" y="0"/>
          <a:chExt cx="0" cy="0"/>
        </a:xfrm>
      </p:grpSpPr>
      <p:pic>
        <p:nvPicPr>
          <p:cNvPr id="306" name="Google Shape;306;p70"/>
          <p:cNvPicPr preferRelativeResize="0"/>
          <p:nvPr/>
        </p:nvPicPr>
        <p:blipFill rotWithShape="1">
          <a:blip r:embed="rId3">
            <a:alphaModFix/>
          </a:blip>
          <a:srcRect/>
          <a:stretch/>
        </p:blipFill>
        <p:spPr>
          <a:xfrm flipH="1">
            <a:off x="3316943" y="2"/>
            <a:ext cx="8875057" cy="6858001"/>
          </a:xfrm>
          <a:prstGeom prst="rect">
            <a:avLst/>
          </a:prstGeom>
          <a:noFill/>
          <a:ln>
            <a:noFill/>
          </a:ln>
        </p:spPr>
      </p:pic>
      <p:sp>
        <p:nvSpPr>
          <p:cNvPr id="307" name="Google Shape;307;p70"/>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8" name="Google Shape;308;p70"/>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InfoSlide_LtBlue">
  <p:cSld name="InfoSlide_LtBlue">
    <p:bg>
      <p:bgPr>
        <a:blipFill>
          <a:blip r:embed="rId2">
            <a:alphaModFix/>
          </a:blip>
          <a:stretch>
            <a:fillRect/>
          </a:stretch>
        </a:blipFill>
        <a:effectLst/>
      </p:bgPr>
    </p:bg>
    <p:spTree>
      <p:nvGrpSpPr>
        <p:cNvPr id="1" name="Shape 309"/>
        <p:cNvGrpSpPr/>
        <p:nvPr/>
      </p:nvGrpSpPr>
      <p:grpSpPr>
        <a:xfrm>
          <a:off x="0" y="0"/>
          <a:ext cx="0" cy="0"/>
          <a:chOff x="0" y="0"/>
          <a:chExt cx="0" cy="0"/>
        </a:xfrm>
      </p:grpSpPr>
      <p:sp>
        <p:nvSpPr>
          <p:cNvPr id="310" name="Google Shape;310;p71"/>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1" name="Google Shape;311;p71"/>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12" name="Google Shape;312;p71"/>
          <p:cNvPicPr preferRelativeResize="0"/>
          <p:nvPr/>
        </p:nvPicPr>
        <p:blipFill rotWithShape="1">
          <a:blip r:embed="rId3">
            <a:alphaModFix/>
          </a:blip>
          <a:srcRect/>
          <a:stretch/>
        </p:blipFill>
        <p:spPr>
          <a:xfrm flipH="1">
            <a:off x="3316943" y="2"/>
            <a:ext cx="8875057" cy="6858001"/>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2_InfoSlide_DkBlue">
  <p:cSld name="2_InfoSlide_DkBlue">
    <p:bg>
      <p:bgPr>
        <a:blipFill>
          <a:blip r:embed="rId2">
            <a:alphaModFix/>
          </a:blip>
          <a:stretch>
            <a:fillRect/>
          </a:stretch>
        </a:blipFill>
        <a:effectLst/>
      </p:bgPr>
    </p:bg>
    <p:spTree>
      <p:nvGrpSpPr>
        <p:cNvPr id="1" name="Shape 313"/>
        <p:cNvGrpSpPr/>
        <p:nvPr/>
      </p:nvGrpSpPr>
      <p:grpSpPr>
        <a:xfrm>
          <a:off x="0" y="0"/>
          <a:ext cx="0" cy="0"/>
          <a:chOff x="0" y="0"/>
          <a:chExt cx="0" cy="0"/>
        </a:xfrm>
      </p:grpSpPr>
      <p:pic>
        <p:nvPicPr>
          <p:cNvPr id="314" name="Google Shape;314;p72"/>
          <p:cNvPicPr preferRelativeResize="0"/>
          <p:nvPr/>
        </p:nvPicPr>
        <p:blipFill rotWithShape="1">
          <a:blip r:embed="rId3">
            <a:alphaModFix/>
          </a:blip>
          <a:srcRect/>
          <a:stretch/>
        </p:blipFill>
        <p:spPr>
          <a:xfrm>
            <a:off x="0" y="0"/>
            <a:ext cx="8875057" cy="6858001"/>
          </a:xfrm>
          <a:prstGeom prst="rect">
            <a:avLst/>
          </a:prstGeom>
          <a:noFill/>
          <a:ln>
            <a:noFill/>
          </a:ln>
        </p:spPr>
      </p:pic>
      <p:sp>
        <p:nvSpPr>
          <p:cNvPr id="315" name="Google Shape;315;p72"/>
          <p:cNvSpPr txBox="1">
            <a:spLocks noGrp="1"/>
          </p:cNvSpPr>
          <p:nvPr>
            <p:ph type="body" idx="1"/>
          </p:nvPr>
        </p:nvSpPr>
        <p:spPr>
          <a:xfrm>
            <a:off x="660817" y="2389745"/>
            <a:ext cx="5103000" cy="14646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6" name="Google Shape;316;p72"/>
          <p:cNvSpPr txBox="1">
            <a:spLocks noGrp="1"/>
          </p:cNvSpPr>
          <p:nvPr>
            <p:ph type="body" idx="2"/>
          </p:nvPr>
        </p:nvSpPr>
        <p:spPr>
          <a:xfrm>
            <a:off x="5998520" y="238974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Divider_DkBlue">
  <p:cSld name="SectionDivider_DkBlue">
    <p:bg>
      <p:bgPr>
        <a:blipFill>
          <a:blip r:embed="rId2">
            <a:alphaModFix/>
          </a:blip>
          <a:stretch>
            <a:fillRect/>
          </a:stretch>
        </a:blipFill>
        <a:effectLst/>
      </p:bgPr>
    </p:bg>
    <p:spTree>
      <p:nvGrpSpPr>
        <p:cNvPr id="1" name="Shape 317"/>
        <p:cNvGrpSpPr/>
        <p:nvPr/>
      </p:nvGrpSpPr>
      <p:grpSpPr>
        <a:xfrm>
          <a:off x="0" y="0"/>
          <a:ext cx="0" cy="0"/>
          <a:chOff x="0" y="0"/>
          <a:chExt cx="0" cy="0"/>
        </a:xfrm>
      </p:grpSpPr>
      <p:pic>
        <p:nvPicPr>
          <p:cNvPr id="318" name="Google Shape;318;p73"/>
          <p:cNvPicPr preferRelativeResize="0"/>
          <p:nvPr/>
        </p:nvPicPr>
        <p:blipFill rotWithShape="1">
          <a:blip r:embed="rId3">
            <a:alphaModFix/>
          </a:blip>
          <a:srcRect/>
          <a:stretch/>
        </p:blipFill>
        <p:spPr>
          <a:xfrm flipH="1">
            <a:off x="3316942" y="2"/>
            <a:ext cx="8875057" cy="6858001"/>
          </a:xfrm>
          <a:prstGeom prst="rect">
            <a:avLst/>
          </a:prstGeom>
          <a:noFill/>
          <a:ln>
            <a:noFill/>
          </a:ln>
        </p:spPr>
      </p:pic>
      <p:sp>
        <p:nvSpPr>
          <p:cNvPr id="319" name="Google Shape;319;p73"/>
          <p:cNvSpPr>
            <a:spLocks noGrp="1"/>
          </p:cNvSpPr>
          <p:nvPr>
            <p:ph type="pic" idx="2"/>
          </p:nvPr>
        </p:nvSpPr>
        <p:spPr>
          <a:xfrm>
            <a:off x="2" y="2057400"/>
            <a:ext cx="12192000" cy="2743200"/>
          </a:xfrm>
          <a:prstGeom prst="rect">
            <a:avLst/>
          </a:prstGeom>
          <a:solidFill>
            <a:srgbClr val="D8D8D8"/>
          </a:solidFill>
          <a:ln>
            <a:noFill/>
          </a:ln>
        </p:spPr>
      </p:sp>
      <p:sp>
        <p:nvSpPr>
          <p:cNvPr id="320" name="Google Shape;320;p73"/>
          <p:cNvSpPr txBox="1">
            <a:spLocks noGrp="1"/>
          </p:cNvSpPr>
          <p:nvPr>
            <p:ph type="body" idx="1"/>
          </p:nvPr>
        </p:nvSpPr>
        <p:spPr>
          <a:xfrm>
            <a:off x="0" y="5591964"/>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ctionDivider_WHT">
  <p:cSld name="SectionDivider_WHT">
    <p:bg>
      <p:bgPr>
        <a:blipFill>
          <a:blip r:embed="rId2">
            <a:alphaModFix/>
          </a:blip>
          <a:stretch>
            <a:fillRect/>
          </a:stretch>
        </a:blipFill>
        <a:effectLst/>
      </p:bgPr>
    </p:bg>
    <p:spTree>
      <p:nvGrpSpPr>
        <p:cNvPr id="1" name="Shape 321"/>
        <p:cNvGrpSpPr/>
        <p:nvPr/>
      </p:nvGrpSpPr>
      <p:grpSpPr>
        <a:xfrm>
          <a:off x="0" y="0"/>
          <a:ext cx="0" cy="0"/>
          <a:chOff x="0" y="0"/>
          <a:chExt cx="0" cy="0"/>
        </a:xfrm>
      </p:grpSpPr>
      <p:pic>
        <p:nvPicPr>
          <p:cNvPr id="322" name="Google Shape;322;p74"/>
          <p:cNvPicPr preferRelativeResize="0"/>
          <p:nvPr/>
        </p:nvPicPr>
        <p:blipFill rotWithShape="1">
          <a:blip r:embed="rId3">
            <a:alphaModFix/>
          </a:blip>
          <a:srcRect/>
          <a:stretch/>
        </p:blipFill>
        <p:spPr>
          <a:xfrm>
            <a:off x="7074568" y="0"/>
            <a:ext cx="8875057" cy="6858001"/>
          </a:xfrm>
          <a:prstGeom prst="rect">
            <a:avLst/>
          </a:prstGeom>
          <a:noFill/>
          <a:ln>
            <a:noFill/>
          </a:ln>
        </p:spPr>
      </p:pic>
      <p:sp>
        <p:nvSpPr>
          <p:cNvPr id="323" name="Google Shape;323;p74"/>
          <p:cNvSpPr/>
          <p:nvPr/>
        </p:nvSpPr>
        <p:spPr>
          <a:xfrm flipH="1">
            <a:off x="-3807445" y="0"/>
            <a:ext cx="8875200"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4"/>
          <p:cNvSpPr>
            <a:spLocks noGrp="1"/>
          </p:cNvSpPr>
          <p:nvPr>
            <p:ph type="pic" idx="2"/>
          </p:nvPr>
        </p:nvSpPr>
        <p:spPr>
          <a:xfrm>
            <a:off x="2439679" y="0"/>
            <a:ext cx="7320900" cy="6864300"/>
          </a:xfrm>
          <a:prstGeom prst="rect">
            <a:avLst/>
          </a:prstGeom>
          <a:solidFill>
            <a:srgbClr val="D8D8D8"/>
          </a:solidFill>
          <a:ln>
            <a:noFill/>
          </a:ln>
        </p:spPr>
      </p:sp>
      <p:sp>
        <p:nvSpPr>
          <p:cNvPr id="325" name="Google Shape;325;p74"/>
          <p:cNvSpPr txBox="1">
            <a:spLocks noGrp="1"/>
          </p:cNvSpPr>
          <p:nvPr>
            <p:ph type="title"/>
          </p:nvPr>
        </p:nvSpPr>
        <p:spPr>
          <a:xfrm>
            <a:off x="6888938" y="2855226"/>
            <a:ext cx="5303100" cy="1147500"/>
          </a:xfrm>
          <a:prstGeom prst="rect">
            <a:avLst/>
          </a:prstGeom>
          <a:solidFill>
            <a:srgbClr val="003750"/>
          </a:solid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2F2F2"/>
              </a:buClr>
              <a:buSzPts val="3200"/>
              <a:buFont typeface="Arial"/>
              <a:buNone/>
              <a:defRPr sz="3200" b="0" i="0">
                <a:solidFill>
                  <a:srgbClr val="F2F2F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QuoteSlide_DkBlue">
  <p:cSld name="QuoteSlide_DkBlue">
    <p:bg>
      <p:bgPr>
        <a:blipFill>
          <a:blip r:embed="rId2">
            <a:alphaModFix/>
          </a:blip>
          <a:stretch>
            <a:fillRect/>
          </a:stretch>
        </a:blipFill>
        <a:effectLst/>
      </p:bgPr>
    </p:bg>
    <p:spTree>
      <p:nvGrpSpPr>
        <p:cNvPr id="1" name="Shape 326"/>
        <p:cNvGrpSpPr/>
        <p:nvPr/>
      </p:nvGrpSpPr>
      <p:grpSpPr>
        <a:xfrm>
          <a:off x="0" y="0"/>
          <a:ext cx="0" cy="0"/>
          <a:chOff x="0" y="0"/>
          <a:chExt cx="0" cy="0"/>
        </a:xfrm>
      </p:grpSpPr>
      <p:pic>
        <p:nvPicPr>
          <p:cNvPr id="327" name="Google Shape;327;p75"/>
          <p:cNvPicPr preferRelativeResize="0"/>
          <p:nvPr/>
        </p:nvPicPr>
        <p:blipFill rotWithShape="1">
          <a:blip r:embed="rId3">
            <a:alphaModFix/>
          </a:blip>
          <a:srcRect/>
          <a:stretch/>
        </p:blipFill>
        <p:spPr>
          <a:xfrm rot="10800000">
            <a:off x="4762752" y="0"/>
            <a:ext cx="7429248" cy="5740783"/>
          </a:xfrm>
          <a:prstGeom prst="rect">
            <a:avLst/>
          </a:prstGeom>
          <a:noFill/>
          <a:ln>
            <a:noFill/>
          </a:ln>
        </p:spPr>
      </p:pic>
      <p:sp>
        <p:nvSpPr>
          <p:cNvPr id="328" name="Google Shape;328;p75"/>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400"/>
              <a:buFont typeface="Arial"/>
              <a:buNone/>
              <a:defRPr sz="4400" b="1" i="1"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9" name="Google Shape;329;p75"/>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330" name="Google Shape;330;p75"/>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1" name="Google Shape;331;p75"/>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Slide_WHT">
  <p:cSld name="Title Slide_WHT">
    <p:bg>
      <p:bgPr>
        <a:blipFill>
          <a:blip r:embed="rId2">
            <a:alphaModFix/>
          </a:blip>
          <a:stretch>
            <a:fillRect/>
          </a:stretch>
        </a:blipFill>
        <a:effectLst/>
      </p:bgPr>
    </p:bg>
    <p:spTree>
      <p:nvGrpSpPr>
        <p:cNvPr id="1" name="Shape 332"/>
        <p:cNvGrpSpPr/>
        <p:nvPr/>
      </p:nvGrpSpPr>
      <p:grpSpPr>
        <a:xfrm>
          <a:off x="0" y="0"/>
          <a:ext cx="0" cy="0"/>
          <a:chOff x="0" y="0"/>
          <a:chExt cx="0" cy="0"/>
        </a:xfrm>
      </p:grpSpPr>
      <p:sp>
        <p:nvSpPr>
          <p:cNvPr id="333" name="Google Shape;333;p76"/>
          <p:cNvSpPr txBox="1">
            <a:spLocks noGrp="1"/>
          </p:cNvSpPr>
          <p:nvPr>
            <p:ph type="ctrTitle"/>
          </p:nvPr>
        </p:nvSpPr>
        <p:spPr>
          <a:xfrm>
            <a:off x="2762725" y="2828545"/>
            <a:ext cx="9144000" cy="1010700"/>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003750"/>
              </a:buClr>
              <a:buSzPts val="5400"/>
              <a:buFont typeface="Arial"/>
              <a:buNone/>
              <a:defRPr sz="5400" b="0" i="0">
                <a:solidFill>
                  <a:srgbClr val="00375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4" name="Google Shape;334;p76"/>
          <p:cNvSpPr txBox="1">
            <a:spLocks noGrp="1"/>
          </p:cNvSpPr>
          <p:nvPr>
            <p:ph type="subTitle" idx="1"/>
          </p:nvPr>
        </p:nvSpPr>
        <p:spPr>
          <a:xfrm>
            <a:off x="2762725" y="3690652"/>
            <a:ext cx="9144000" cy="433500"/>
          </a:xfrm>
          <a:prstGeom prst="rect">
            <a:avLst/>
          </a:prstGeom>
          <a:noFill/>
          <a:ln>
            <a:noFill/>
          </a:ln>
        </p:spPr>
        <p:txBody>
          <a:bodyPr spcFirstLastPara="1" wrap="square" lIns="91425" tIns="45700" rIns="91425" bIns="45700" anchor="t" anchorCtr="0">
            <a:noAutofit/>
          </a:bodyPr>
          <a:lstStyle>
            <a:lvl1pPr marR="0" lvl="0" algn="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335" name="Google Shape;335;p76"/>
          <p:cNvSpPr txBox="1">
            <a:spLocks noGrp="1"/>
          </p:cNvSpPr>
          <p:nvPr>
            <p:ph type="body" idx="2"/>
          </p:nvPr>
        </p:nvSpPr>
        <p:spPr>
          <a:xfrm>
            <a:off x="8004651"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ctionDivider_LtBlue">
  <p:cSld name="SectionDivider_LtBlue">
    <p:bg>
      <p:bgPr>
        <a:blipFill>
          <a:blip r:embed="rId2">
            <a:alphaModFix/>
          </a:blip>
          <a:stretch>
            <a:fillRect/>
          </a:stretch>
        </a:blipFill>
        <a:effectLst/>
      </p:bgPr>
    </p:bg>
    <p:spTree>
      <p:nvGrpSpPr>
        <p:cNvPr id="1" name="Shape 336"/>
        <p:cNvGrpSpPr/>
        <p:nvPr/>
      </p:nvGrpSpPr>
      <p:grpSpPr>
        <a:xfrm>
          <a:off x="0" y="0"/>
          <a:ext cx="0" cy="0"/>
          <a:chOff x="0" y="0"/>
          <a:chExt cx="0" cy="0"/>
        </a:xfrm>
      </p:grpSpPr>
      <p:sp>
        <p:nvSpPr>
          <p:cNvPr id="337" name="Google Shape;337;p77"/>
          <p:cNvSpPr txBox="1">
            <a:spLocks noGrp="1"/>
          </p:cNvSpPr>
          <p:nvPr>
            <p:ph type="body" idx="1"/>
          </p:nvPr>
        </p:nvSpPr>
        <p:spPr>
          <a:xfrm>
            <a:off x="0" y="3176982"/>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38" name="Google Shape;338;p77"/>
          <p:cNvPicPr preferRelativeResize="0"/>
          <p:nvPr/>
        </p:nvPicPr>
        <p:blipFill rotWithShape="1">
          <a:blip r:embed="rId3">
            <a:alphaModFix/>
          </a:blip>
          <a:srcRect/>
          <a:stretch/>
        </p:blipFill>
        <p:spPr>
          <a:xfrm>
            <a:off x="3316941" y="2"/>
            <a:ext cx="8875057" cy="6858001"/>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QuoteSlide_LtBlue">
  <p:cSld name="QuoteSlide_LtBlue">
    <p:bg>
      <p:bgPr>
        <a:blipFill>
          <a:blip r:embed="rId2">
            <a:alphaModFix/>
          </a:blip>
          <a:stretch>
            <a:fillRect/>
          </a:stretch>
        </a:blipFill>
        <a:effectLst/>
      </p:bgPr>
    </p:bg>
    <p:spTree>
      <p:nvGrpSpPr>
        <p:cNvPr id="1" name="Shape 339"/>
        <p:cNvGrpSpPr/>
        <p:nvPr/>
      </p:nvGrpSpPr>
      <p:grpSpPr>
        <a:xfrm>
          <a:off x="0" y="0"/>
          <a:ext cx="0" cy="0"/>
          <a:chOff x="0" y="0"/>
          <a:chExt cx="0" cy="0"/>
        </a:xfrm>
      </p:grpSpPr>
      <p:pic>
        <p:nvPicPr>
          <p:cNvPr id="340" name="Google Shape;340;p78"/>
          <p:cNvPicPr preferRelativeResize="0"/>
          <p:nvPr/>
        </p:nvPicPr>
        <p:blipFill rotWithShape="1">
          <a:blip r:embed="rId3">
            <a:alphaModFix/>
          </a:blip>
          <a:srcRect/>
          <a:stretch/>
        </p:blipFill>
        <p:spPr>
          <a:xfrm flipH="1">
            <a:off x="3316943" y="2"/>
            <a:ext cx="8875057" cy="6858001"/>
          </a:xfrm>
          <a:prstGeom prst="rect">
            <a:avLst/>
          </a:prstGeom>
          <a:noFill/>
          <a:ln>
            <a:noFill/>
          </a:ln>
        </p:spPr>
      </p:pic>
      <p:sp>
        <p:nvSpPr>
          <p:cNvPr id="341" name="Google Shape;341;p78"/>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400"/>
              <a:buFont typeface="Arial"/>
              <a:buNone/>
              <a:defRPr sz="4400" b="1" i="1"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2" name="Google Shape;342;p78"/>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343" name="Google Shape;343;p78"/>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4" name="Google Shape;344;p78"/>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HexImages_DkBlue">
  <p:cSld name="TwoHexImages_DkBlue">
    <p:bg>
      <p:bgPr>
        <a:blipFill>
          <a:blip r:embed="rId2">
            <a:alphaModFix/>
          </a:blip>
          <a:stretch>
            <a:fillRect/>
          </a:stretch>
        </a:blipFill>
        <a:effectLst/>
      </p:bgPr>
    </p:bg>
    <p:spTree>
      <p:nvGrpSpPr>
        <p:cNvPr id="1" name="Shape 345"/>
        <p:cNvGrpSpPr/>
        <p:nvPr/>
      </p:nvGrpSpPr>
      <p:grpSpPr>
        <a:xfrm>
          <a:off x="0" y="0"/>
          <a:ext cx="0" cy="0"/>
          <a:chOff x="0" y="0"/>
          <a:chExt cx="0" cy="0"/>
        </a:xfrm>
      </p:grpSpPr>
      <p:pic>
        <p:nvPicPr>
          <p:cNvPr id="346" name="Google Shape;346;p79"/>
          <p:cNvPicPr preferRelativeResize="0"/>
          <p:nvPr/>
        </p:nvPicPr>
        <p:blipFill rotWithShape="1">
          <a:blip r:embed="rId3">
            <a:alphaModFix/>
          </a:blip>
          <a:srcRect/>
          <a:stretch/>
        </p:blipFill>
        <p:spPr>
          <a:xfrm>
            <a:off x="6342229" y="2"/>
            <a:ext cx="8875057" cy="6858001"/>
          </a:xfrm>
          <a:prstGeom prst="rect">
            <a:avLst/>
          </a:prstGeom>
          <a:noFill/>
          <a:ln>
            <a:noFill/>
          </a:ln>
        </p:spPr>
      </p:pic>
      <p:pic>
        <p:nvPicPr>
          <p:cNvPr id="347" name="Google Shape;347;p79"/>
          <p:cNvPicPr preferRelativeResize="0"/>
          <p:nvPr/>
        </p:nvPicPr>
        <p:blipFill rotWithShape="1">
          <a:blip r:embed="rId4">
            <a:alphaModFix/>
          </a:blip>
          <a:srcRect/>
          <a:stretch/>
        </p:blipFill>
        <p:spPr>
          <a:xfrm rot="10800000">
            <a:off x="-1281189" y="3948696"/>
            <a:ext cx="9091865" cy="7025533"/>
          </a:xfrm>
          <a:prstGeom prst="rect">
            <a:avLst/>
          </a:prstGeom>
          <a:noFill/>
          <a:ln>
            <a:noFill/>
          </a:ln>
        </p:spPr>
      </p:pic>
      <p:sp>
        <p:nvSpPr>
          <p:cNvPr id="348" name="Google Shape;348;p79"/>
          <p:cNvSpPr>
            <a:spLocks noGrp="1"/>
          </p:cNvSpPr>
          <p:nvPr>
            <p:ph type="pic" idx="2"/>
          </p:nvPr>
        </p:nvSpPr>
        <p:spPr>
          <a:xfrm>
            <a:off x="5999562" y="2991328"/>
            <a:ext cx="4033200" cy="3897300"/>
          </a:xfrm>
          <a:prstGeom prst="rect">
            <a:avLst/>
          </a:prstGeom>
          <a:solidFill>
            <a:srgbClr val="D8D8D8"/>
          </a:solidFill>
          <a:ln w="57150" cap="flat" cmpd="sng">
            <a:solidFill>
              <a:srgbClr val="00A9DB">
                <a:alpha val="74509"/>
              </a:srgbClr>
            </a:solidFill>
            <a:prstDash val="solid"/>
            <a:round/>
            <a:headEnd type="none" w="sm" len="sm"/>
            <a:tailEnd type="none" w="sm" len="sm"/>
          </a:ln>
        </p:spPr>
      </p:sp>
      <p:sp>
        <p:nvSpPr>
          <p:cNvPr id="349" name="Google Shape;349;p79"/>
          <p:cNvSpPr>
            <a:spLocks noGrp="1"/>
          </p:cNvSpPr>
          <p:nvPr>
            <p:ph type="pic" idx="3"/>
          </p:nvPr>
        </p:nvSpPr>
        <p:spPr>
          <a:xfrm>
            <a:off x="2081285" y="-20320"/>
            <a:ext cx="5187600" cy="5254800"/>
          </a:xfrm>
          <a:prstGeom prst="rect">
            <a:avLst/>
          </a:prstGeom>
          <a:solidFill>
            <a:srgbClr val="D8D8D8"/>
          </a:solidFill>
          <a:ln w="57150" cap="flat" cmpd="sng">
            <a:solidFill>
              <a:srgbClr val="00A9DB">
                <a:alpha val="74509"/>
              </a:srgbClr>
            </a:solidFill>
            <a:prstDash val="solid"/>
            <a:round/>
            <a:headEnd type="none" w="sm" len="sm"/>
            <a:tailEnd type="none" w="sm" len="sm"/>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woHexImages_WHT">
  <p:cSld name="TwoHexImages_WHT">
    <p:bg>
      <p:bgPr>
        <a:blipFill>
          <a:blip r:embed="rId2">
            <a:alphaModFix/>
          </a:blip>
          <a:stretch>
            <a:fillRect/>
          </a:stretch>
        </a:blipFill>
        <a:effectLst/>
      </p:bgPr>
    </p:bg>
    <p:spTree>
      <p:nvGrpSpPr>
        <p:cNvPr id="1" name="Shape 350"/>
        <p:cNvGrpSpPr/>
        <p:nvPr/>
      </p:nvGrpSpPr>
      <p:grpSpPr>
        <a:xfrm>
          <a:off x="0" y="0"/>
          <a:ext cx="0" cy="0"/>
          <a:chOff x="0" y="0"/>
          <a:chExt cx="0" cy="0"/>
        </a:xfrm>
      </p:grpSpPr>
      <p:pic>
        <p:nvPicPr>
          <p:cNvPr id="351" name="Google Shape;351;p80"/>
          <p:cNvPicPr preferRelativeResize="0"/>
          <p:nvPr/>
        </p:nvPicPr>
        <p:blipFill rotWithShape="1">
          <a:blip r:embed="rId3">
            <a:alphaModFix/>
          </a:blip>
          <a:srcRect/>
          <a:stretch/>
        </p:blipFill>
        <p:spPr>
          <a:xfrm>
            <a:off x="6017109" y="2"/>
            <a:ext cx="8875057" cy="6858001"/>
          </a:xfrm>
          <a:prstGeom prst="rect">
            <a:avLst/>
          </a:prstGeom>
          <a:noFill/>
          <a:ln>
            <a:noFill/>
          </a:ln>
        </p:spPr>
      </p:pic>
      <p:sp>
        <p:nvSpPr>
          <p:cNvPr id="352" name="Google Shape;352;p80"/>
          <p:cNvSpPr/>
          <p:nvPr/>
        </p:nvSpPr>
        <p:spPr>
          <a:xfrm rot="10800000">
            <a:off x="-2104349" y="-30336"/>
            <a:ext cx="8875200" cy="481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80"/>
          <p:cNvSpPr>
            <a:spLocks noGrp="1"/>
          </p:cNvSpPr>
          <p:nvPr>
            <p:ph type="pic" idx="2"/>
          </p:nvPr>
        </p:nvSpPr>
        <p:spPr>
          <a:xfrm>
            <a:off x="2333322" y="2991328"/>
            <a:ext cx="4033200" cy="3897300"/>
          </a:xfrm>
          <a:prstGeom prst="rect">
            <a:avLst/>
          </a:prstGeom>
          <a:solidFill>
            <a:srgbClr val="D8D8D8"/>
          </a:solidFill>
          <a:ln w="57150" cap="flat" cmpd="sng">
            <a:solidFill>
              <a:srgbClr val="00A9DB">
                <a:alpha val="74509"/>
              </a:srgbClr>
            </a:solidFill>
            <a:prstDash val="solid"/>
            <a:round/>
            <a:headEnd type="none" w="sm" len="sm"/>
            <a:tailEnd type="none" w="sm" len="sm"/>
          </a:ln>
        </p:spPr>
      </p:sp>
      <p:sp>
        <p:nvSpPr>
          <p:cNvPr id="354" name="Google Shape;354;p80"/>
          <p:cNvSpPr>
            <a:spLocks noGrp="1"/>
          </p:cNvSpPr>
          <p:nvPr>
            <p:ph type="pic" idx="3"/>
          </p:nvPr>
        </p:nvSpPr>
        <p:spPr>
          <a:xfrm>
            <a:off x="4214885" y="-71120"/>
            <a:ext cx="5187600" cy="5254800"/>
          </a:xfrm>
          <a:prstGeom prst="rect">
            <a:avLst/>
          </a:prstGeom>
          <a:solidFill>
            <a:srgbClr val="D8D8D8"/>
          </a:solidFill>
          <a:ln w="57150" cap="flat" cmpd="sng">
            <a:solidFill>
              <a:srgbClr val="00A9DB">
                <a:alpha val="74509"/>
              </a:srgbClr>
            </a:solidFill>
            <a:prstDash val="solid"/>
            <a:round/>
            <a:headEnd type="none" w="sm" len="sm"/>
            <a:tailEnd type="none" w="sm" len="sm"/>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AgendaSlide_WHT">
  <p:cSld name="AgendaSlide_WHT">
    <p:bg>
      <p:bgPr>
        <a:blipFill>
          <a:blip r:embed="rId2">
            <a:alphaModFix/>
          </a:blip>
          <a:stretch>
            <a:fillRect/>
          </a:stretch>
        </a:blipFill>
        <a:effectLst/>
      </p:bgPr>
    </p:bg>
    <p:spTree>
      <p:nvGrpSpPr>
        <p:cNvPr id="1" name="Shape 355"/>
        <p:cNvGrpSpPr/>
        <p:nvPr/>
      </p:nvGrpSpPr>
      <p:grpSpPr>
        <a:xfrm>
          <a:off x="0" y="0"/>
          <a:ext cx="0" cy="0"/>
          <a:chOff x="0" y="0"/>
          <a:chExt cx="0" cy="0"/>
        </a:xfrm>
      </p:grpSpPr>
      <p:sp>
        <p:nvSpPr>
          <p:cNvPr id="356" name="Google Shape;356;p81"/>
          <p:cNvSpPr txBox="1">
            <a:spLocks noGrp="1"/>
          </p:cNvSpPr>
          <p:nvPr>
            <p:ph type="title"/>
          </p:nvPr>
        </p:nvSpPr>
        <p:spPr>
          <a:xfrm>
            <a:off x="838200" y="1330326"/>
            <a:ext cx="5257800" cy="933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3750"/>
              </a:buClr>
              <a:buSzPts val="4000"/>
              <a:buFont typeface="Arial"/>
              <a:buNone/>
              <a:defRPr sz="4000" b="0" i="0">
                <a:solidFill>
                  <a:srgbClr val="00375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7" name="Google Shape;357;p81"/>
          <p:cNvSpPr txBox="1">
            <a:spLocks noGrp="1"/>
          </p:cNvSpPr>
          <p:nvPr>
            <p:ph type="body" idx="1"/>
          </p:nvPr>
        </p:nvSpPr>
        <p:spPr>
          <a:xfrm>
            <a:off x="838200" y="2387602"/>
            <a:ext cx="5257800" cy="35274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00A9DB"/>
              </a:buClr>
              <a:buSzPts val="2000"/>
              <a:buFont typeface="Arial"/>
              <a:buChar char="•"/>
              <a:defRPr sz="2000" b="0" i="0" u="none" strike="noStrike" cap="none">
                <a:solidFill>
                  <a:srgbClr val="00A9DB"/>
                </a:solidFill>
                <a:latin typeface="Arial"/>
                <a:ea typeface="Arial"/>
                <a:cs typeface="Arial"/>
                <a:sym typeface="Arial"/>
              </a:defRPr>
            </a:lvl1pPr>
            <a:lvl2pPr marL="914400" marR="0" lvl="1" indent="-342900" algn="l" rtl="0">
              <a:lnSpc>
                <a:spcPct val="90000"/>
              </a:lnSpc>
              <a:spcBef>
                <a:spcPts val="500"/>
              </a:spcBef>
              <a:spcAft>
                <a:spcPts val="0"/>
              </a:spcAft>
              <a:buClr>
                <a:srgbClr val="00A9DB"/>
              </a:buClr>
              <a:buSzPts val="1800"/>
              <a:buFont typeface="Arial"/>
              <a:buChar char="•"/>
              <a:defRPr sz="1800" b="0" i="0" u="none" strike="noStrike" cap="none">
                <a:solidFill>
                  <a:srgbClr val="00A9DB"/>
                </a:solidFill>
                <a:latin typeface="Arial"/>
                <a:ea typeface="Arial"/>
                <a:cs typeface="Arial"/>
                <a:sym typeface="Arial"/>
              </a:defRPr>
            </a:lvl2pPr>
            <a:lvl3pPr marL="1371600" marR="0" lvl="2" indent="-330200" algn="l" rtl="0">
              <a:lnSpc>
                <a:spcPct val="90000"/>
              </a:lnSpc>
              <a:spcBef>
                <a:spcPts val="500"/>
              </a:spcBef>
              <a:spcAft>
                <a:spcPts val="0"/>
              </a:spcAft>
              <a:buClr>
                <a:srgbClr val="00A9DB"/>
              </a:buClr>
              <a:buSzPts val="1600"/>
              <a:buFont typeface="Arial"/>
              <a:buChar char="•"/>
              <a:defRPr sz="1600" b="0" i="0" u="none" strike="noStrike" cap="none">
                <a:solidFill>
                  <a:srgbClr val="00A9DB"/>
                </a:solidFill>
                <a:latin typeface="Arial"/>
                <a:ea typeface="Arial"/>
                <a:cs typeface="Arial"/>
                <a:sym typeface="Arial"/>
              </a:defRPr>
            </a:lvl3pPr>
            <a:lvl4pPr marL="1828800" marR="0" lvl="3"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4pPr>
            <a:lvl5pPr marL="2286000" marR="0" lvl="4"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58" name="Google Shape;358;p81"/>
          <p:cNvPicPr preferRelativeResize="0"/>
          <p:nvPr/>
        </p:nvPicPr>
        <p:blipFill rotWithShape="1">
          <a:blip r:embed="rId3">
            <a:alphaModFix/>
          </a:blip>
          <a:srcRect/>
          <a:stretch/>
        </p:blipFill>
        <p:spPr>
          <a:xfrm rot="10800000">
            <a:off x="3316943" y="-1"/>
            <a:ext cx="8875057" cy="6858001"/>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tatSlide_WHT">
  <p:cSld name="StatSlide_WHT">
    <p:bg>
      <p:bgPr>
        <a:blipFill>
          <a:blip r:embed="rId2">
            <a:alphaModFix/>
          </a:blip>
          <a:stretch>
            <a:fillRect/>
          </a:stretch>
        </a:blipFill>
        <a:effectLst/>
      </p:bgPr>
    </p:bg>
    <p:spTree>
      <p:nvGrpSpPr>
        <p:cNvPr id="1" name="Shape 359"/>
        <p:cNvGrpSpPr/>
        <p:nvPr/>
      </p:nvGrpSpPr>
      <p:grpSpPr>
        <a:xfrm>
          <a:off x="0" y="0"/>
          <a:ext cx="0" cy="0"/>
          <a:chOff x="0" y="0"/>
          <a:chExt cx="0" cy="0"/>
        </a:xfrm>
      </p:grpSpPr>
      <p:pic>
        <p:nvPicPr>
          <p:cNvPr id="360" name="Google Shape;360;p82"/>
          <p:cNvPicPr preferRelativeResize="0"/>
          <p:nvPr/>
        </p:nvPicPr>
        <p:blipFill rotWithShape="1">
          <a:blip r:embed="rId3">
            <a:alphaModFix/>
          </a:blip>
          <a:srcRect/>
          <a:stretch/>
        </p:blipFill>
        <p:spPr>
          <a:xfrm rot="10800000" flipH="1">
            <a:off x="3316941" y="-1"/>
            <a:ext cx="8875057" cy="6858001"/>
          </a:xfrm>
          <a:prstGeom prst="rect">
            <a:avLst/>
          </a:prstGeom>
          <a:noFill/>
          <a:ln>
            <a:noFill/>
          </a:ln>
        </p:spPr>
      </p:pic>
      <p:sp>
        <p:nvSpPr>
          <p:cNvPr id="361" name="Google Shape;361;p82"/>
          <p:cNvSpPr txBox="1">
            <a:spLocks noGrp="1"/>
          </p:cNvSpPr>
          <p:nvPr>
            <p:ph type="title"/>
          </p:nvPr>
        </p:nvSpPr>
        <p:spPr>
          <a:xfrm>
            <a:off x="-1" y="2040584"/>
            <a:ext cx="7473900" cy="19932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5000"/>
              <a:buFont typeface="Arial"/>
              <a:buNone/>
              <a:defRPr sz="15000"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2" name="Google Shape;362;p82"/>
          <p:cNvSpPr txBox="1">
            <a:spLocks noGrp="1"/>
          </p:cNvSpPr>
          <p:nvPr>
            <p:ph type="body" idx="1"/>
          </p:nvPr>
        </p:nvSpPr>
        <p:spPr>
          <a:xfrm>
            <a:off x="4560635" y="3547360"/>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3600"/>
              <a:buFont typeface="Arial"/>
              <a:buNone/>
              <a:defRPr sz="36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tatSlide_DkBlue">
  <p:cSld name="StatSlide_DkBlue">
    <p:bg>
      <p:bgPr>
        <a:blipFill>
          <a:blip r:embed="rId2">
            <a:alphaModFix/>
          </a:blip>
          <a:stretch>
            <a:fillRect/>
          </a:stretch>
        </a:blipFill>
        <a:effectLst/>
      </p:bgPr>
    </p:bg>
    <p:spTree>
      <p:nvGrpSpPr>
        <p:cNvPr id="1" name="Shape 363"/>
        <p:cNvGrpSpPr/>
        <p:nvPr/>
      </p:nvGrpSpPr>
      <p:grpSpPr>
        <a:xfrm>
          <a:off x="0" y="0"/>
          <a:ext cx="0" cy="0"/>
          <a:chOff x="0" y="0"/>
          <a:chExt cx="0" cy="0"/>
        </a:xfrm>
      </p:grpSpPr>
      <p:pic>
        <p:nvPicPr>
          <p:cNvPr id="364" name="Google Shape;364;p83"/>
          <p:cNvPicPr preferRelativeResize="0"/>
          <p:nvPr/>
        </p:nvPicPr>
        <p:blipFill rotWithShape="1">
          <a:blip r:embed="rId3">
            <a:alphaModFix/>
          </a:blip>
          <a:srcRect/>
          <a:stretch/>
        </p:blipFill>
        <p:spPr>
          <a:xfrm rot="10800000">
            <a:off x="4183217" y="0"/>
            <a:ext cx="8875057" cy="6858001"/>
          </a:xfrm>
          <a:prstGeom prst="rect">
            <a:avLst/>
          </a:prstGeom>
          <a:noFill/>
          <a:ln>
            <a:noFill/>
          </a:ln>
        </p:spPr>
      </p:pic>
      <p:sp>
        <p:nvSpPr>
          <p:cNvPr id="365" name="Google Shape;365;p83"/>
          <p:cNvSpPr txBox="1">
            <a:spLocks noGrp="1"/>
          </p:cNvSpPr>
          <p:nvPr>
            <p:ph type="title"/>
          </p:nvPr>
        </p:nvSpPr>
        <p:spPr>
          <a:xfrm>
            <a:off x="-1" y="2442920"/>
            <a:ext cx="7473900" cy="19932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5000"/>
              <a:buFont typeface="Arial"/>
              <a:buNone/>
              <a:defRPr sz="15000"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6" name="Google Shape;366;p83"/>
          <p:cNvSpPr txBox="1">
            <a:spLocks noGrp="1"/>
          </p:cNvSpPr>
          <p:nvPr>
            <p:ph type="body" idx="1"/>
          </p:nvPr>
        </p:nvSpPr>
        <p:spPr>
          <a:xfrm>
            <a:off x="4560635" y="3949696"/>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7"/>
        <p:cNvGrpSpPr/>
        <p:nvPr/>
      </p:nvGrpSpPr>
      <p:grpSpPr>
        <a:xfrm>
          <a:off x="0" y="0"/>
          <a:ext cx="0" cy="0"/>
          <a:chOff x="0" y="0"/>
          <a:chExt cx="0" cy="0"/>
        </a:xfrm>
      </p:grpSpPr>
      <p:sp>
        <p:nvSpPr>
          <p:cNvPr id="368" name="Google Shape;368;p84"/>
          <p:cNvSpPr>
            <a:spLocks noGrp="1"/>
          </p:cNvSpPr>
          <p:nvPr>
            <p:ph type="pic" idx="2"/>
          </p:nvPr>
        </p:nvSpPr>
        <p:spPr>
          <a:xfrm>
            <a:off x="4109704" y="1137603"/>
            <a:ext cx="3972600" cy="4582800"/>
          </a:xfrm>
          <a:prstGeom prst="rect">
            <a:avLst/>
          </a:prstGeom>
          <a:solidFill>
            <a:srgbClr val="A8A7AB"/>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theme" Target="../theme/theme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3" Type="http://schemas.openxmlformats.org/officeDocument/2006/relationships/slideLayout" Target="../slideLayouts/slideLayout63.xml"/><Relationship Id="rId21" Type="http://schemas.openxmlformats.org/officeDocument/2006/relationships/theme" Target="../theme/theme4.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2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 name="Google Shape;98;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7"/>
        <p:cNvGrpSpPr/>
        <p:nvPr/>
      </p:nvGrpSpPr>
      <p:grpSpPr>
        <a:xfrm>
          <a:off x="0" y="0"/>
          <a:ext cx="0" cy="0"/>
          <a:chOff x="0" y="0"/>
          <a:chExt cx="0" cy="0"/>
        </a:xfrm>
      </p:grpSpPr>
      <p:sp>
        <p:nvSpPr>
          <p:cNvPr id="188" name="Google Shape;188;p43"/>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9" name="Google Shape;189;p4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8"/>
        <p:cNvGrpSpPr/>
        <p:nvPr/>
      </p:nvGrpSpPr>
      <p:grpSpPr>
        <a:xfrm>
          <a:off x="0" y="0"/>
          <a:ext cx="0" cy="0"/>
          <a:chOff x="0" y="0"/>
          <a:chExt cx="0" cy="0"/>
        </a:xfrm>
      </p:grpSpPr>
      <p:sp>
        <p:nvSpPr>
          <p:cNvPr id="279" name="Google Shape;279;p6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80" name="Google Shape;280;p6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4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6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s://openai.com/"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85"/>
          <p:cNvSpPr txBox="1">
            <a:spLocks noGrp="1"/>
          </p:cNvSpPr>
          <p:nvPr>
            <p:ph type="ctrTitle"/>
          </p:nvPr>
        </p:nvSpPr>
        <p:spPr>
          <a:xfrm>
            <a:off x="1560000" y="2570100"/>
            <a:ext cx="9072000" cy="10107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5400"/>
              <a:buFont typeface="Arial"/>
              <a:buNone/>
            </a:pPr>
            <a:r>
              <a:rPr lang="en-US" sz="4100" b="1" i="1">
                <a:latin typeface="Calibri"/>
                <a:ea typeface="Calibri"/>
                <a:cs typeface="Calibri"/>
                <a:sym typeface="Calibri"/>
              </a:rPr>
              <a:t> PROJECT 2</a:t>
            </a:r>
            <a:endParaRPr sz="4100" b="1" i="1">
              <a:latin typeface="Calibri"/>
              <a:ea typeface="Calibri"/>
              <a:cs typeface="Calibri"/>
              <a:sym typeface="Calibri"/>
            </a:endParaRPr>
          </a:p>
          <a:p>
            <a:pPr marL="0" lvl="0" indent="0" algn="ctr" rtl="0">
              <a:lnSpc>
                <a:spcPct val="90000"/>
              </a:lnSpc>
              <a:spcBef>
                <a:spcPts val="0"/>
              </a:spcBef>
              <a:spcAft>
                <a:spcPts val="0"/>
              </a:spcAft>
              <a:buClr>
                <a:schemeClr val="lt1"/>
              </a:buClr>
              <a:buSzPts val="5400"/>
              <a:buFont typeface="Arial"/>
              <a:buNone/>
            </a:pPr>
            <a:r>
              <a:rPr lang="en-US" sz="4100" b="1" i="1">
                <a:latin typeface="Calibri"/>
                <a:ea typeface="Calibri"/>
                <a:cs typeface="Calibri"/>
                <a:sym typeface="Calibri"/>
              </a:rPr>
              <a:t>CLASSIFICATION OF VOLE SKULLS</a:t>
            </a:r>
            <a:endParaRPr sz="4100" b="1" i="1">
              <a:latin typeface="Calibri"/>
              <a:ea typeface="Calibri"/>
              <a:cs typeface="Calibri"/>
              <a:sym typeface="Calibri"/>
            </a:endParaRPr>
          </a:p>
          <a:p>
            <a:pPr marL="0" lvl="0" indent="0" algn="ctr" rtl="0">
              <a:lnSpc>
                <a:spcPct val="90000"/>
              </a:lnSpc>
              <a:spcBef>
                <a:spcPts val="0"/>
              </a:spcBef>
              <a:spcAft>
                <a:spcPts val="0"/>
              </a:spcAft>
              <a:buClr>
                <a:schemeClr val="lt1"/>
              </a:buClr>
              <a:buSzPts val="5400"/>
              <a:buFont typeface="Arial"/>
              <a:buNone/>
            </a:pPr>
            <a:r>
              <a:rPr lang="en-US" sz="4100" b="1" i="1">
                <a:latin typeface="Calibri"/>
                <a:ea typeface="Calibri"/>
                <a:cs typeface="Calibri"/>
                <a:sym typeface="Calibri"/>
              </a:rPr>
              <a:t>WITH GLM</a:t>
            </a:r>
            <a:endParaRPr sz="4100" b="1" i="1">
              <a:latin typeface="Calibri"/>
              <a:ea typeface="Calibri"/>
              <a:cs typeface="Calibri"/>
              <a:sym typeface="Calibri"/>
            </a:endParaRPr>
          </a:p>
        </p:txBody>
      </p:sp>
      <p:sp>
        <p:nvSpPr>
          <p:cNvPr id="374" name="Google Shape;374;p85"/>
          <p:cNvSpPr txBox="1">
            <a:spLocks noGrp="1"/>
          </p:cNvSpPr>
          <p:nvPr>
            <p:ph type="subTitle" idx="1"/>
          </p:nvPr>
        </p:nvSpPr>
        <p:spPr>
          <a:xfrm>
            <a:off x="1524000" y="3932692"/>
            <a:ext cx="9144000" cy="2161200"/>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rgbClr val="00A9DB"/>
              </a:buClr>
              <a:buSzPts val="2800"/>
              <a:buNone/>
            </a:pPr>
            <a:r>
              <a:rPr lang="en-US" sz="2500" b="1" u="sng">
                <a:latin typeface="Calibri"/>
                <a:ea typeface="Calibri"/>
                <a:cs typeface="Calibri"/>
                <a:sym typeface="Calibri"/>
              </a:rPr>
              <a:t>Group 4</a:t>
            </a:r>
            <a:endParaRPr sz="2200" b="1">
              <a:solidFill>
                <a:srgbClr val="A4C2F4"/>
              </a:solidFill>
              <a:latin typeface="Calibri"/>
              <a:ea typeface="Calibri"/>
              <a:cs typeface="Calibri"/>
              <a:sym typeface="Calibri"/>
            </a:endParaRPr>
          </a:p>
          <a:p>
            <a:pPr marL="0" lvl="0" indent="0" algn="r" rtl="0">
              <a:lnSpc>
                <a:spcPct val="90000"/>
              </a:lnSpc>
              <a:spcBef>
                <a:spcPts val="0"/>
              </a:spcBef>
              <a:spcAft>
                <a:spcPts val="0"/>
              </a:spcAft>
              <a:buClr>
                <a:srgbClr val="00A9DB"/>
              </a:buClr>
              <a:buSzPts val="2800"/>
              <a:buNone/>
            </a:pPr>
            <a:r>
              <a:rPr lang="en-US" sz="2200" b="1">
                <a:solidFill>
                  <a:srgbClr val="A4C2F4"/>
                </a:solidFill>
                <a:latin typeface="Calibri"/>
                <a:ea typeface="Calibri"/>
                <a:cs typeface="Calibri"/>
                <a:sym typeface="Calibri"/>
              </a:rPr>
              <a:t>Sai Ram Vodnala</a:t>
            </a:r>
            <a:endParaRPr sz="2200" b="1">
              <a:solidFill>
                <a:srgbClr val="A4C2F4"/>
              </a:solidFill>
              <a:latin typeface="Calibri"/>
              <a:ea typeface="Calibri"/>
              <a:cs typeface="Calibri"/>
              <a:sym typeface="Calibri"/>
            </a:endParaRPr>
          </a:p>
          <a:p>
            <a:pPr marL="0" lvl="0" indent="0" algn="r" rtl="0">
              <a:lnSpc>
                <a:spcPct val="90000"/>
              </a:lnSpc>
              <a:spcBef>
                <a:spcPts val="0"/>
              </a:spcBef>
              <a:spcAft>
                <a:spcPts val="0"/>
              </a:spcAft>
              <a:buClr>
                <a:srgbClr val="00A9DB"/>
              </a:buClr>
              <a:buSzPts val="2800"/>
              <a:buNone/>
            </a:pPr>
            <a:r>
              <a:rPr lang="en-US" sz="2200" b="1">
                <a:solidFill>
                  <a:srgbClr val="A4C2F4"/>
                </a:solidFill>
                <a:latin typeface="Calibri"/>
                <a:ea typeface="Calibri"/>
                <a:cs typeface="Calibri"/>
                <a:sym typeface="Calibri"/>
              </a:rPr>
              <a:t>Carlos Quevedo Garza</a:t>
            </a:r>
            <a:endParaRPr sz="2200" b="1">
              <a:solidFill>
                <a:srgbClr val="A4C2F4"/>
              </a:solidFill>
              <a:latin typeface="Calibri"/>
              <a:ea typeface="Calibri"/>
              <a:cs typeface="Calibri"/>
              <a:sym typeface="Calibri"/>
            </a:endParaRPr>
          </a:p>
          <a:p>
            <a:pPr marL="0" lvl="0" indent="0" algn="r" rtl="0">
              <a:lnSpc>
                <a:spcPct val="90000"/>
              </a:lnSpc>
              <a:spcBef>
                <a:spcPts val="0"/>
              </a:spcBef>
              <a:spcAft>
                <a:spcPts val="0"/>
              </a:spcAft>
              <a:buClr>
                <a:srgbClr val="00A9DB"/>
              </a:buClr>
              <a:buSzPts val="2800"/>
              <a:buNone/>
            </a:pPr>
            <a:r>
              <a:rPr lang="en-US" sz="2200" b="1">
                <a:solidFill>
                  <a:srgbClr val="A4C2F4"/>
                </a:solidFill>
                <a:latin typeface="Calibri"/>
                <a:ea typeface="Calibri"/>
                <a:cs typeface="Calibri"/>
                <a:sym typeface="Calibri"/>
              </a:rPr>
              <a:t>Kevin Osei-Onomah</a:t>
            </a:r>
            <a:endParaRPr sz="2200" b="1">
              <a:solidFill>
                <a:srgbClr val="A4C2F4"/>
              </a:solidFill>
              <a:latin typeface="Calibri"/>
              <a:ea typeface="Calibri"/>
              <a:cs typeface="Calibri"/>
              <a:sym typeface="Calibri"/>
            </a:endParaRPr>
          </a:p>
          <a:p>
            <a:pPr marL="0" lvl="0" indent="0" algn="r" rtl="0">
              <a:lnSpc>
                <a:spcPct val="90000"/>
              </a:lnSpc>
              <a:spcBef>
                <a:spcPts val="0"/>
              </a:spcBef>
              <a:spcAft>
                <a:spcPts val="0"/>
              </a:spcAft>
              <a:buClr>
                <a:srgbClr val="00A9DB"/>
              </a:buClr>
              <a:buSzPts val="2800"/>
              <a:buNone/>
            </a:pPr>
            <a:r>
              <a:rPr lang="en-US" sz="2200" b="1">
                <a:solidFill>
                  <a:srgbClr val="A4C2F4"/>
                </a:solidFill>
                <a:latin typeface="Calibri"/>
                <a:ea typeface="Calibri"/>
                <a:cs typeface="Calibri"/>
                <a:sym typeface="Calibri"/>
              </a:rPr>
              <a:t>Soniya Shahi</a:t>
            </a:r>
            <a:endParaRPr sz="2200" b="1">
              <a:solidFill>
                <a:srgbClr val="A4C2F4"/>
              </a:solidFill>
              <a:latin typeface="Calibri"/>
              <a:ea typeface="Calibri"/>
              <a:cs typeface="Calibri"/>
              <a:sym typeface="Calibri"/>
            </a:endParaRPr>
          </a:p>
        </p:txBody>
      </p:sp>
      <p:sp>
        <p:nvSpPr>
          <p:cNvPr id="375" name="Google Shape;375;p85"/>
          <p:cNvSpPr txBox="1">
            <a:spLocks noGrp="1"/>
          </p:cNvSpPr>
          <p:nvPr>
            <p:ph type="body" idx="2"/>
          </p:nvPr>
        </p:nvSpPr>
        <p:spPr>
          <a:xfrm>
            <a:off x="4144963" y="6302564"/>
            <a:ext cx="3902075" cy="3481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A8A7AB"/>
              </a:buClr>
              <a:buSzPts val="2000"/>
              <a:buNone/>
            </a:pPr>
            <a:r>
              <a:rPr lang="en-US"/>
              <a:t>November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0" name="Google Shape;380;p86"/>
          <p:cNvPicPr preferRelativeResize="0"/>
          <p:nvPr/>
        </p:nvPicPr>
        <p:blipFill rotWithShape="1">
          <a:blip r:embed="rId3">
            <a:alphaModFix/>
          </a:blip>
          <a:srcRect/>
          <a:stretch/>
        </p:blipFill>
        <p:spPr>
          <a:xfrm rot="-5400000">
            <a:off x="3812839" y="-1521164"/>
            <a:ext cx="6857999" cy="9900327"/>
          </a:xfrm>
          <a:prstGeom prst="rect">
            <a:avLst/>
          </a:prstGeom>
          <a:noFill/>
          <a:ln>
            <a:noFill/>
          </a:ln>
        </p:spPr>
      </p:pic>
      <p:sp>
        <p:nvSpPr>
          <p:cNvPr id="381" name="Google Shape;381;p86"/>
          <p:cNvSpPr txBox="1">
            <a:spLocks noGrp="1"/>
          </p:cNvSpPr>
          <p:nvPr>
            <p:ph type="body" idx="1"/>
          </p:nvPr>
        </p:nvSpPr>
        <p:spPr>
          <a:xfrm rot="-5400000">
            <a:off x="-731300" y="2917775"/>
            <a:ext cx="5573700" cy="1357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5400" b="1">
                <a:solidFill>
                  <a:schemeClr val="lt1"/>
                </a:solidFill>
                <a:latin typeface="Calibri"/>
                <a:ea typeface="Calibri"/>
                <a:cs typeface="Calibri"/>
                <a:sym typeface="Calibri"/>
              </a:rPr>
              <a:t>Table of Contents</a:t>
            </a:r>
            <a:endParaRPr sz="5400" b="1">
              <a:solidFill>
                <a:schemeClr val="lt1"/>
              </a:solidFill>
              <a:latin typeface="Calibri"/>
              <a:ea typeface="Calibri"/>
              <a:cs typeface="Calibri"/>
              <a:sym typeface="Calibri"/>
            </a:endParaRPr>
          </a:p>
        </p:txBody>
      </p:sp>
      <p:grpSp>
        <p:nvGrpSpPr>
          <p:cNvPr id="382" name="Google Shape;382;p86"/>
          <p:cNvGrpSpPr/>
          <p:nvPr/>
        </p:nvGrpSpPr>
        <p:grpSpPr>
          <a:xfrm>
            <a:off x="3478761" y="809526"/>
            <a:ext cx="6606672" cy="2967466"/>
            <a:chOff x="1125218" y="265"/>
            <a:chExt cx="5394963" cy="2175402"/>
          </a:xfrm>
        </p:grpSpPr>
        <p:sp>
          <p:nvSpPr>
            <p:cNvPr id="383" name="Google Shape;383;p86"/>
            <p:cNvSpPr/>
            <p:nvPr/>
          </p:nvSpPr>
          <p:spPr>
            <a:xfrm rot="10800000">
              <a:off x="1435990" y="265"/>
              <a:ext cx="5084191" cy="621543"/>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86"/>
            <p:cNvSpPr txBox="1"/>
            <p:nvPr/>
          </p:nvSpPr>
          <p:spPr>
            <a:xfrm>
              <a:off x="1591376" y="265"/>
              <a:ext cx="4928805" cy="621543"/>
            </a:xfrm>
            <a:prstGeom prst="rect">
              <a:avLst/>
            </a:prstGeom>
            <a:noFill/>
            <a:ln>
              <a:noFill/>
            </a:ln>
          </p:spPr>
          <p:txBody>
            <a:bodyPr spcFirstLastPara="1" wrap="square" lIns="274075" tIns="91425" rIns="170675" bIns="91425" anchor="ctr" anchorCtr="0">
              <a:noAutofit/>
            </a:bodyPr>
            <a:lstStyle/>
            <a:p>
              <a:pPr marL="0" marR="0" lvl="0" indent="0" algn="ctr" rtl="0">
                <a:lnSpc>
                  <a:spcPct val="90000"/>
                </a:lnSpc>
                <a:spcBef>
                  <a:spcPts val="0"/>
                </a:spcBef>
                <a:spcAft>
                  <a:spcPts val="0"/>
                </a:spcAft>
                <a:buNone/>
              </a:pPr>
              <a:r>
                <a:rPr lang="en-US" sz="2400" i="0" u="none" strike="noStrike" cap="none">
                  <a:solidFill>
                    <a:schemeClr val="lt1"/>
                  </a:solidFill>
                  <a:latin typeface="Calibri"/>
                  <a:ea typeface="Calibri"/>
                  <a:cs typeface="Calibri"/>
                  <a:sym typeface="Calibri"/>
                </a:rPr>
                <a:t>Introduction</a:t>
              </a:r>
              <a:endParaRPr sz="2400" i="0" u="none" strike="noStrike" cap="none">
                <a:solidFill>
                  <a:schemeClr val="lt1"/>
                </a:solidFill>
                <a:latin typeface="Calibri"/>
                <a:ea typeface="Calibri"/>
                <a:cs typeface="Calibri"/>
                <a:sym typeface="Calibri"/>
              </a:endParaRPr>
            </a:p>
          </p:txBody>
        </p:sp>
        <p:sp>
          <p:nvSpPr>
            <p:cNvPr id="385" name="Google Shape;385;p86"/>
            <p:cNvSpPr/>
            <p:nvPr/>
          </p:nvSpPr>
          <p:spPr>
            <a:xfrm>
              <a:off x="1125218" y="265"/>
              <a:ext cx="621543" cy="621543"/>
            </a:xfrm>
            <a:prstGeom prst="ellipse">
              <a:avLst/>
            </a:prstGeom>
            <a:blipFill rotWithShape="1">
              <a:blip r:embed="rId4">
                <a:alphaModFix/>
              </a:blip>
              <a:stretch>
                <a:fillRect/>
              </a:stretch>
            </a:blip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6"/>
            <p:cNvSpPr/>
            <p:nvPr/>
          </p:nvSpPr>
          <p:spPr>
            <a:xfrm rot="10800000">
              <a:off x="1435990" y="777194"/>
              <a:ext cx="5084191" cy="621543"/>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6"/>
            <p:cNvSpPr txBox="1"/>
            <p:nvPr/>
          </p:nvSpPr>
          <p:spPr>
            <a:xfrm>
              <a:off x="1591376" y="777194"/>
              <a:ext cx="4928805" cy="621543"/>
            </a:xfrm>
            <a:prstGeom prst="rect">
              <a:avLst/>
            </a:prstGeom>
            <a:noFill/>
            <a:ln>
              <a:noFill/>
            </a:ln>
          </p:spPr>
          <p:txBody>
            <a:bodyPr spcFirstLastPara="1" wrap="square" lIns="274075" tIns="91425" rIns="170675" bIns="91425" anchor="ctr" anchorCtr="0">
              <a:noAutofit/>
            </a:bodyPr>
            <a:lstStyle/>
            <a:p>
              <a:pPr marL="0" marR="0" lvl="0" indent="0" algn="ctr" rtl="0">
                <a:lnSpc>
                  <a:spcPct val="90000"/>
                </a:lnSpc>
                <a:spcBef>
                  <a:spcPts val="0"/>
                </a:spcBef>
                <a:spcAft>
                  <a:spcPts val="0"/>
                </a:spcAft>
                <a:buNone/>
              </a:pPr>
              <a:r>
                <a:rPr lang="en-US" sz="2400" i="0" u="none" strike="noStrike" cap="none" dirty="0">
                  <a:solidFill>
                    <a:schemeClr val="lt1"/>
                  </a:solidFill>
                  <a:latin typeface="Calibri"/>
                  <a:ea typeface="Calibri"/>
                  <a:cs typeface="Calibri"/>
                  <a:sym typeface="Calibri"/>
                </a:rPr>
                <a:t>Data Overview and Methodology</a:t>
              </a:r>
            </a:p>
          </p:txBody>
        </p:sp>
        <p:sp>
          <p:nvSpPr>
            <p:cNvPr id="388" name="Google Shape;388;p86"/>
            <p:cNvSpPr/>
            <p:nvPr/>
          </p:nvSpPr>
          <p:spPr>
            <a:xfrm>
              <a:off x="1125218" y="777194"/>
              <a:ext cx="621543" cy="621543"/>
            </a:xfrm>
            <a:prstGeom prst="ellipse">
              <a:avLst/>
            </a:prstGeom>
            <a:blipFill rotWithShape="1">
              <a:blip r:embed="rId5">
                <a:alphaModFix/>
              </a:blip>
              <a:stretch>
                <a:fillRect l="-12999" r="-12999"/>
              </a:stretch>
            </a:blip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86"/>
            <p:cNvSpPr/>
            <p:nvPr/>
          </p:nvSpPr>
          <p:spPr>
            <a:xfrm rot="10800000">
              <a:off x="1435990" y="1554124"/>
              <a:ext cx="5084191" cy="621543"/>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6"/>
            <p:cNvSpPr txBox="1"/>
            <p:nvPr/>
          </p:nvSpPr>
          <p:spPr>
            <a:xfrm>
              <a:off x="1591376" y="1554124"/>
              <a:ext cx="4928805" cy="621543"/>
            </a:xfrm>
            <a:prstGeom prst="rect">
              <a:avLst/>
            </a:prstGeom>
            <a:noFill/>
            <a:ln>
              <a:noFill/>
            </a:ln>
          </p:spPr>
          <p:txBody>
            <a:bodyPr spcFirstLastPara="1" wrap="square" lIns="274075" tIns="91425" rIns="170675" bIns="91425" anchor="ctr" anchorCtr="0">
              <a:noAutofit/>
            </a:bodyPr>
            <a:lstStyle/>
            <a:p>
              <a:pPr marL="0" marR="0" lvl="0" indent="0" algn="ctr" rtl="0">
                <a:lnSpc>
                  <a:spcPct val="90000"/>
                </a:lnSpc>
                <a:spcBef>
                  <a:spcPts val="0"/>
                </a:spcBef>
                <a:spcAft>
                  <a:spcPts val="0"/>
                </a:spcAft>
                <a:buNone/>
              </a:pPr>
              <a:r>
                <a:rPr lang="en-US" sz="2400" i="0" u="none" strike="noStrike" cap="none" dirty="0">
                  <a:solidFill>
                    <a:schemeClr val="lt1"/>
                  </a:solidFill>
                  <a:latin typeface="Calibri"/>
                  <a:ea typeface="Calibri"/>
                  <a:cs typeface="Calibri"/>
                  <a:sym typeface="Calibri"/>
                </a:rPr>
                <a:t>Exploratory Data Analysis (EDA)</a:t>
              </a:r>
              <a:endParaRPr sz="2400" i="0" u="none" strike="noStrike" cap="none" dirty="0">
                <a:solidFill>
                  <a:schemeClr val="lt1"/>
                </a:solidFill>
                <a:latin typeface="Calibri"/>
                <a:ea typeface="Calibri"/>
                <a:cs typeface="Calibri"/>
                <a:sym typeface="Calibri"/>
              </a:endParaRPr>
            </a:p>
          </p:txBody>
        </p:sp>
        <p:sp>
          <p:nvSpPr>
            <p:cNvPr id="391" name="Google Shape;391;p86"/>
            <p:cNvSpPr/>
            <p:nvPr/>
          </p:nvSpPr>
          <p:spPr>
            <a:xfrm>
              <a:off x="1125218" y="1554124"/>
              <a:ext cx="621543" cy="621543"/>
            </a:xfrm>
            <a:prstGeom prst="ellipse">
              <a:avLst/>
            </a:prstGeom>
            <a:blipFill rotWithShape="1">
              <a:blip r:embed="rId6">
                <a:alphaModFix/>
              </a:blip>
              <a:stretch>
                <a:fillRect l="-4999" r="-4998"/>
              </a:stretch>
            </a:blip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92" name="Google Shape;392;p86"/>
          <p:cNvGrpSpPr/>
          <p:nvPr/>
        </p:nvGrpSpPr>
        <p:grpSpPr>
          <a:xfrm>
            <a:off x="3508939" y="4016625"/>
            <a:ext cx="6639633" cy="1917360"/>
            <a:chOff x="1130810" y="266"/>
            <a:chExt cx="5421879" cy="1405586"/>
          </a:xfrm>
        </p:grpSpPr>
        <p:sp>
          <p:nvSpPr>
            <p:cNvPr id="393" name="Google Shape;393;p86"/>
            <p:cNvSpPr/>
            <p:nvPr/>
          </p:nvSpPr>
          <p:spPr>
            <a:xfrm rot="10800000">
              <a:off x="1443162" y="266"/>
              <a:ext cx="5109527" cy="624704"/>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86"/>
            <p:cNvSpPr txBox="1"/>
            <p:nvPr/>
          </p:nvSpPr>
          <p:spPr>
            <a:xfrm>
              <a:off x="1599338" y="266"/>
              <a:ext cx="4953351" cy="624704"/>
            </a:xfrm>
            <a:prstGeom prst="rect">
              <a:avLst/>
            </a:prstGeom>
            <a:noFill/>
            <a:ln>
              <a:noFill/>
            </a:ln>
          </p:spPr>
          <p:txBody>
            <a:bodyPr spcFirstLastPara="1" wrap="square" lIns="275475" tIns="91425" rIns="170675" bIns="91425" anchor="ctr" anchorCtr="0">
              <a:noAutofit/>
            </a:bodyPr>
            <a:lstStyle/>
            <a:p>
              <a:pPr marL="0" marR="0" lvl="0" indent="0" algn="ctr" rtl="0">
                <a:lnSpc>
                  <a:spcPct val="90000"/>
                </a:lnSpc>
                <a:spcBef>
                  <a:spcPts val="0"/>
                </a:spcBef>
                <a:spcAft>
                  <a:spcPts val="0"/>
                </a:spcAft>
                <a:buNone/>
              </a:pPr>
              <a:r>
                <a:rPr lang="en-US" sz="2400">
                  <a:solidFill>
                    <a:schemeClr val="lt1"/>
                  </a:solidFill>
                  <a:latin typeface="Calibri"/>
                  <a:ea typeface="Calibri"/>
                  <a:cs typeface="Calibri"/>
                  <a:sym typeface="Calibri"/>
                </a:rPr>
                <a:t>Model Development and Evaluation</a:t>
              </a:r>
              <a:endParaRPr sz="2400" i="0" u="none" strike="noStrike" cap="none">
                <a:solidFill>
                  <a:schemeClr val="lt1"/>
                </a:solidFill>
                <a:latin typeface="Calibri"/>
                <a:ea typeface="Calibri"/>
                <a:cs typeface="Calibri"/>
                <a:sym typeface="Calibri"/>
              </a:endParaRPr>
            </a:p>
          </p:txBody>
        </p:sp>
        <p:sp>
          <p:nvSpPr>
            <p:cNvPr id="395" name="Google Shape;395;p86"/>
            <p:cNvSpPr/>
            <p:nvPr/>
          </p:nvSpPr>
          <p:spPr>
            <a:xfrm>
              <a:off x="1130810" y="266"/>
              <a:ext cx="624704" cy="624704"/>
            </a:xfrm>
            <a:prstGeom prst="ellipse">
              <a:avLst/>
            </a:prstGeom>
            <a:blipFill rotWithShape="1">
              <a:blip r:embed="rId7">
                <a:alphaModFix/>
              </a:blip>
              <a:stretch>
                <a:fillRect l="-999" r="-999"/>
              </a:stretch>
            </a:blip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6"/>
            <p:cNvSpPr/>
            <p:nvPr/>
          </p:nvSpPr>
          <p:spPr>
            <a:xfrm rot="10800000">
              <a:off x="1443162" y="781148"/>
              <a:ext cx="5109527" cy="624704"/>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6"/>
            <p:cNvSpPr txBox="1"/>
            <p:nvPr/>
          </p:nvSpPr>
          <p:spPr>
            <a:xfrm>
              <a:off x="1599338" y="781148"/>
              <a:ext cx="4953300" cy="624600"/>
            </a:xfrm>
            <a:prstGeom prst="rect">
              <a:avLst/>
            </a:prstGeom>
            <a:noFill/>
            <a:ln>
              <a:noFill/>
            </a:ln>
          </p:spPr>
          <p:txBody>
            <a:bodyPr spcFirstLastPara="1" wrap="square" lIns="275475" tIns="91425" rIns="170675" bIns="91425" anchor="ctr" anchorCtr="0">
              <a:noAutofit/>
            </a:bodyPr>
            <a:lstStyle/>
            <a:p>
              <a:pPr marL="0" marR="0" lvl="0" indent="0" algn="ctr" rtl="0">
                <a:lnSpc>
                  <a:spcPct val="90000"/>
                </a:lnSpc>
                <a:spcBef>
                  <a:spcPts val="0"/>
                </a:spcBef>
                <a:spcAft>
                  <a:spcPts val="0"/>
                </a:spcAft>
                <a:buNone/>
              </a:pPr>
              <a:r>
                <a:rPr lang="en-US" sz="2400" dirty="0">
                  <a:solidFill>
                    <a:schemeClr val="lt1"/>
                  </a:solidFill>
                  <a:latin typeface="Calibri"/>
                  <a:ea typeface="Calibri"/>
                  <a:cs typeface="Calibri"/>
                  <a:sym typeface="Calibri"/>
                </a:rPr>
                <a:t>Predictions</a:t>
              </a:r>
              <a:endParaRPr sz="2400" i="0" u="none" strike="noStrike" cap="none" dirty="0">
                <a:solidFill>
                  <a:schemeClr val="lt1"/>
                </a:solidFill>
                <a:latin typeface="Calibri"/>
                <a:ea typeface="Calibri"/>
                <a:cs typeface="Calibri"/>
                <a:sym typeface="Calibri"/>
              </a:endParaRPr>
            </a:p>
          </p:txBody>
        </p:sp>
        <p:sp>
          <p:nvSpPr>
            <p:cNvPr id="398" name="Google Shape;398;p86"/>
            <p:cNvSpPr/>
            <p:nvPr/>
          </p:nvSpPr>
          <p:spPr>
            <a:xfrm>
              <a:off x="1130810" y="781148"/>
              <a:ext cx="624704" cy="624704"/>
            </a:xfrm>
            <a:prstGeom prst="ellipse">
              <a:avLst/>
            </a:prstGeom>
            <a:blipFill rotWithShape="1">
              <a:blip r:embed="rId8">
                <a:alphaModFix/>
              </a:blip>
              <a:stretch>
                <a:fillRect/>
              </a:stretch>
            </a:blip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87"/>
          <p:cNvSpPr txBox="1">
            <a:spLocks noGrp="1"/>
          </p:cNvSpPr>
          <p:nvPr>
            <p:ph type="ctrTitle"/>
          </p:nvPr>
        </p:nvSpPr>
        <p:spPr>
          <a:xfrm>
            <a:off x="144216" y="694945"/>
            <a:ext cx="9144000" cy="101060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SzPts val="5400"/>
              <a:buNone/>
            </a:pPr>
            <a:r>
              <a:rPr lang="en-US" dirty="0">
                <a:latin typeface="Calibri"/>
                <a:ea typeface="Calibri"/>
                <a:cs typeface="Calibri"/>
                <a:sym typeface="Calibri"/>
              </a:rPr>
              <a:t>Introduction</a:t>
            </a:r>
            <a:endParaRPr dirty="0">
              <a:latin typeface="Calibri"/>
              <a:ea typeface="Calibri"/>
              <a:cs typeface="Calibri"/>
              <a:sym typeface="Calibri"/>
            </a:endParaRPr>
          </a:p>
        </p:txBody>
      </p:sp>
      <p:sp>
        <p:nvSpPr>
          <p:cNvPr id="404" name="Google Shape;404;p87"/>
          <p:cNvSpPr txBox="1">
            <a:spLocks noGrp="1"/>
          </p:cNvSpPr>
          <p:nvPr>
            <p:ph type="body" idx="2"/>
          </p:nvPr>
        </p:nvSpPr>
        <p:spPr>
          <a:xfrm>
            <a:off x="332263" y="3615131"/>
            <a:ext cx="4495375" cy="2962650"/>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1000"/>
              </a:spcBef>
              <a:spcAft>
                <a:spcPts val="0"/>
              </a:spcAft>
              <a:buClr>
                <a:srgbClr val="002C43"/>
              </a:buClr>
              <a:buSzPts val="2000"/>
              <a:buFont typeface="Calibri"/>
              <a:buChar char="⮚"/>
            </a:pPr>
            <a:r>
              <a:rPr lang="en-US" dirty="0">
                <a:solidFill>
                  <a:schemeClr val="dk1"/>
                </a:solidFill>
                <a:latin typeface="Calibri"/>
                <a:ea typeface="Calibri"/>
                <a:cs typeface="Calibri"/>
                <a:sym typeface="Calibri"/>
              </a:rPr>
              <a:t>Microtus </a:t>
            </a:r>
            <a:r>
              <a:rPr lang="en-US" dirty="0" err="1">
                <a:solidFill>
                  <a:schemeClr val="dk1"/>
                </a:solidFill>
                <a:latin typeface="Calibri"/>
                <a:ea typeface="Calibri"/>
                <a:cs typeface="Calibri"/>
                <a:sym typeface="Calibri"/>
              </a:rPr>
              <a:t>subterraneus</a:t>
            </a:r>
            <a:r>
              <a:rPr lang="en-US" dirty="0">
                <a:solidFill>
                  <a:schemeClr val="dk1"/>
                </a:solidFill>
                <a:latin typeface="Calibri"/>
                <a:ea typeface="Calibri"/>
                <a:cs typeface="Calibri"/>
                <a:sym typeface="Calibri"/>
              </a:rPr>
              <a:t> and M. multiplex are two vole species with distinct chromosomal counts and overlapping habitats in the Alps and northern Italy. Despite their similar morphology, no reliable cranial morphological criteria have been found to differentiate them effectively.</a:t>
            </a:r>
          </a:p>
        </p:txBody>
      </p:sp>
      <p:grpSp>
        <p:nvGrpSpPr>
          <p:cNvPr id="405" name="Google Shape;405;p87"/>
          <p:cNvGrpSpPr/>
          <p:nvPr/>
        </p:nvGrpSpPr>
        <p:grpSpPr>
          <a:xfrm>
            <a:off x="145557" y="2408666"/>
            <a:ext cx="12047783" cy="706009"/>
            <a:chOff x="0" y="0"/>
            <a:chExt cx="12047783" cy="706009"/>
          </a:xfrm>
        </p:grpSpPr>
        <p:sp>
          <p:nvSpPr>
            <p:cNvPr id="406" name="Google Shape;406;p87"/>
            <p:cNvSpPr/>
            <p:nvPr/>
          </p:nvSpPr>
          <p:spPr>
            <a:xfrm>
              <a:off x="0" y="0"/>
              <a:ext cx="4300258" cy="706009"/>
            </a:xfrm>
            <a:prstGeom prst="chevron">
              <a:avLst>
                <a:gd name="adj" fmla="val 50000"/>
              </a:avLst>
            </a:prstGeom>
            <a:solidFill>
              <a:srgbClr val="D4F0FB"/>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87"/>
            <p:cNvSpPr txBox="1"/>
            <p:nvPr/>
          </p:nvSpPr>
          <p:spPr>
            <a:xfrm>
              <a:off x="353005" y="0"/>
              <a:ext cx="3594249" cy="706009"/>
            </a:xfrm>
            <a:prstGeom prst="rect">
              <a:avLst/>
            </a:prstGeom>
            <a:noFill/>
            <a:ln>
              <a:noFill/>
            </a:ln>
          </p:spPr>
          <p:txBody>
            <a:bodyPr spcFirstLastPara="1" wrap="square" lIns="128000" tIns="42650" rIns="42650" bIns="42650" anchor="ctr" anchorCtr="0">
              <a:noAutofit/>
            </a:bodyPr>
            <a:lstStyle/>
            <a:p>
              <a:pPr marL="0" marR="0" lvl="0" indent="0" algn="ctr" rtl="0">
                <a:lnSpc>
                  <a:spcPct val="90000"/>
                </a:lnSpc>
                <a:spcBef>
                  <a:spcPts val="0"/>
                </a:spcBef>
                <a:spcAft>
                  <a:spcPts val="0"/>
                </a:spcAft>
                <a:buNone/>
              </a:pPr>
              <a:r>
                <a:rPr lang="en-US" sz="3200" b="1" i="0" u="none" strike="noStrike" cap="none" dirty="0">
                  <a:solidFill>
                    <a:srgbClr val="003750"/>
                  </a:solidFill>
                  <a:latin typeface="Calibri"/>
                  <a:ea typeface="Calibri"/>
                  <a:cs typeface="Calibri"/>
                  <a:sym typeface="Calibri"/>
                </a:rPr>
                <a:t>Background</a:t>
              </a:r>
            </a:p>
          </p:txBody>
        </p:sp>
        <p:sp>
          <p:nvSpPr>
            <p:cNvPr id="408" name="Google Shape;408;p87"/>
            <p:cNvSpPr/>
            <p:nvPr/>
          </p:nvSpPr>
          <p:spPr>
            <a:xfrm>
              <a:off x="3873762" y="0"/>
              <a:ext cx="4300258" cy="706009"/>
            </a:xfrm>
            <a:prstGeom prst="chevron">
              <a:avLst>
                <a:gd name="adj" fmla="val 50000"/>
              </a:avLst>
            </a:prstGeom>
            <a:solidFill>
              <a:srgbClr val="0E9EDB"/>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7"/>
            <p:cNvSpPr txBox="1"/>
            <p:nvPr/>
          </p:nvSpPr>
          <p:spPr>
            <a:xfrm>
              <a:off x="4226767" y="0"/>
              <a:ext cx="3594249" cy="706009"/>
            </a:xfrm>
            <a:prstGeom prst="rect">
              <a:avLst/>
            </a:prstGeom>
            <a:noFill/>
            <a:ln>
              <a:noFill/>
            </a:ln>
          </p:spPr>
          <p:txBody>
            <a:bodyPr spcFirstLastPara="1" wrap="square" lIns="128000" tIns="42650" rIns="42650" bIns="42650" anchor="ctr" anchorCtr="0">
              <a:noAutofit/>
            </a:bodyPr>
            <a:lstStyle/>
            <a:p>
              <a:pPr marL="0" marR="0" lvl="0" indent="0" algn="ctr" rtl="0">
                <a:lnSpc>
                  <a:spcPct val="90000"/>
                </a:lnSpc>
                <a:spcBef>
                  <a:spcPts val="0"/>
                </a:spcBef>
                <a:spcAft>
                  <a:spcPts val="0"/>
                </a:spcAft>
                <a:buNone/>
              </a:pPr>
              <a:r>
                <a:rPr lang="en-US" sz="3200" b="1" i="0" u="none" strike="noStrike" cap="none">
                  <a:solidFill>
                    <a:schemeClr val="lt1"/>
                  </a:solidFill>
                  <a:latin typeface="Calibri"/>
                  <a:ea typeface="Calibri"/>
                  <a:cs typeface="Calibri"/>
                  <a:sym typeface="Calibri"/>
                </a:rPr>
                <a:t>Objectives</a:t>
              </a:r>
              <a:endParaRPr sz="3200" b="1" i="0" u="none" strike="noStrike" cap="none">
                <a:solidFill>
                  <a:schemeClr val="lt1"/>
                </a:solidFill>
                <a:latin typeface="Calibri"/>
                <a:ea typeface="Calibri"/>
                <a:cs typeface="Calibri"/>
                <a:sym typeface="Calibri"/>
              </a:endParaRPr>
            </a:p>
          </p:txBody>
        </p:sp>
        <p:sp>
          <p:nvSpPr>
            <p:cNvPr id="410" name="Google Shape;410;p87"/>
            <p:cNvSpPr/>
            <p:nvPr/>
          </p:nvSpPr>
          <p:spPr>
            <a:xfrm>
              <a:off x="7747525" y="0"/>
              <a:ext cx="4300258" cy="706009"/>
            </a:xfrm>
            <a:prstGeom prst="chevron">
              <a:avLst>
                <a:gd name="adj" fmla="val 50000"/>
              </a:avLst>
            </a:prstGeom>
            <a:solidFill>
              <a:srgbClr val="003750"/>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7"/>
            <p:cNvSpPr txBox="1"/>
            <p:nvPr/>
          </p:nvSpPr>
          <p:spPr>
            <a:xfrm>
              <a:off x="8100530" y="0"/>
              <a:ext cx="3594249" cy="706009"/>
            </a:xfrm>
            <a:prstGeom prst="rect">
              <a:avLst/>
            </a:prstGeom>
            <a:noFill/>
            <a:ln>
              <a:noFill/>
            </a:ln>
          </p:spPr>
          <p:txBody>
            <a:bodyPr spcFirstLastPara="1" wrap="square" lIns="128000" tIns="42650" rIns="42650" bIns="42650" anchor="ctr" anchorCtr="0">
              <a:noAutofit/>
            </a:bodyPr>
            <a:lstStyle/>
            <a:p>
              <a:pPr marL="0" marR="0" lvl="0" indent="0" algn="ctr" rtl="0">
                <a:lnSpc>
                  <a:spcPct val="90000"/>
                </a:lnSpc>
                <a:spcBef>
                  <a:spcPts val="0"/>
                </a:spcBef>
                <a:spcAft>
                  <a:spcPts val="0"/>
                </a:spcAft>
                <a:buNone/>
              </a:pPr>
              <a:r>
                <a:rPr lang="en-US" sz="3200" b="1" i="0" u="none" strike="noStrike" cap="none">
                  <a:solidFill>
                    <a:schemeClr val="lt1"/>
                  </a:solidFill>
                  <a:latin typeface="Calibri"/>
                  <a:ea typeface="Calibri"/>
                  <a:cs typeface="Calibri"/>
                  <a:sym typeface="Calibri"/>
                </a:rPr>
                <a:t>Goals</a:t>
              </a:r>
              <a:endParaRPr sz="3200" b="1" i="0" u="none" strike="noStrike" cap="none">
                <a:solidFill>
                  <a:schemeClr val="lt1"/>
                </a:solidFill>
                <a:latin typeface="Calibri"/>
                <a:ea typeface="Calibri"/>
                <a:cs typeface="Calibri"/>
                <a:sym typeface="Calibri"/>
              </a:endParaRPr>
            </a:p>
          </p:txBody>
        </p:sp>
      </p:grpSp>
      <p:sp>
        <p:nvSpPr>
          <p:cNvPr id="412" name="Google Shape;412;p87"/>
          <p:cNvSpPr txBox="1"/>
          <p:nvPr/>
        </p:nvSpPr>
        <p:spPr>
          <a:xfrm>
            <a:off x="8015288" y="3615524"/>
            <a:ext cx="3868262" cy="2542781"/>
          </a:xfrm>
          <a:prstGeom prst="rect">
            <a:avLst/>
          </a:prstGeom>
          <a:noFill/>
          <a:ln>
            <a:noFill/>
          </a:ln>
        </p:spPr>
        <p:txBody>
          <a:bodyPr spcFirstLastPara="1" wrap="square" lIns="91425" tIns="45700" rIns="91425" bIns="45700" anchor="t" anchorCtr="0">
            <a:noAutofit/>
          </a:bodyPr>
          <a:lstStyle/>
          <a:p>
            <a:pPr marL="571500" lvl="3" indent="-342900">
              <a:spcBef>
                <a:spcPts val="1000"/>
              </a:spcBef>
              <a:buClr>
                <a:srgbClr val="002C43"/>
              </a:buClr>
              <a:buSzPts val="2000"/>
              <a:buFont typeface="Calibri"/>
              <a:buChar char="⮚"/>
            </a:pPr>
            <a:r>
              <a:rPr lang="en-US" sz="2000" dirty="0">
                <a:latin typeface="Calibri"/>
                <a:ea typeface="Calibri"/>
                <a:cs typeface="Calibri"/>
                <a:sym typeface="Calibri"/>
              </a:rPr>
              <a:t>To Build seven logistic regression models based on subsets of cranial features to accurately predict the species of 199 unidentified vole specimens.</a:t>
            </a:r>
            <a:endParaRPr sz="2000" i="0" u="none" strike="noStrike" cap="none" dirty="0">
              <a:solidFill>
                <a:srgbClr val="000000"/>
              </a:solidFill>
              <a:latin typeface="Calibri"/>
              <a:ea typeface="Calibri"/>
              <a:cs typeface="Calibri"/>
              <a:sym typeface="Calibri"/>
            </a:endParaRPr>
          </a:p>
        </p:txBody>
      </p:sp>
      <p:sp>
        <p:nvSpPr>
          <p:cNvPr id="413" name="Google Shape;413;p87"/>
          <p:cNvSpPr txBox="1"/>
          <p:nvPr/>
        </p:nvSpPr>
        <p:spPr>
          <a:xfrm>
            <a:off x="4235318" y="3615131"/>
            <a:ext cx="3868262" cy="2542781"/>
          </a:xfrm>
          <a:prstGeom prst="rect">
            <a:avLst/>
          </a:prstGeom>
          <a:noFill/>
          <a:ln>
            <a:noFill/>
          </a:ln>
        </p:spPr>
        <p:txBody>
          <a:bodyPr spcFirstLastPara="1" wrap="square" lIns="91425" tIns="45700" rIns="91425" bIns="45700" anchor="t" anchorCtr="0">
            <a:noAutofit/>
          </a:bodyPr>
          <a:lstStyle/>
          <a:p>
            <a:pPr marL="571500" marR="0" lvl="0" indent="-342900" algn="l" rtl="0">
              <a:lnSpc>
                <a:spcPct val="100000"/>
              </a:lnSpc>
              <a:spcBef>
                <a:spcPts val="1000"/>
              </a:spcBef>
              <a:spcAft>
                <a:spcPts val="0"/>
              </a:spcAft>
              <a:buClr>
                <a:srgbClr val="002C43"/>
              </a:buClr>
              <a:buSzPts val="2000"/>
              <a:buFont typeface="Calibri"/>
              <a:buChar char="⮚"/>
            </a:pPr>
            <a:r>
              <a:rPr lang="en-US" sz="2000" dirty="0">
                <a:solidFill>
                  <a:schemeClr val="dk1"/>
                </a:solidFill>
                <a:latin typeface="Calibri"/>
                <a:ea typeface="Calibri"/>
                <a:cs typeface="Calibri"/>
                <a:sym typeface="Calibri"/>
              </a:rPr>
              <a:t>Develop and validate logistic regression models using cranial measurements to accurately classify the 199 unidentified voles into either </a:t>
            </a:r>
            <a:r>
              <a:rPr lang="en-US" sz="2000" dirty="0" err="1">
                <a:solidFill>
                  <a:schemeClr val="dk1"/>
                </a:solidFill>
                <a:latin typeface="Calibri"/>
                <a:ea typeface="Calibri"/>
                <a:cs typeface="Calibri"/>
                <a:sym typeface="Calibri"/>
              </a:rPr>
              <a:t>subterraneus</a:t>
            </a:r>
            <a:r>
              <a:rPr lang="en-US" sz="2000" dirty="0">
                <a:solidFill>
                  <a:schemeClr val="dk1"/>
                </a:solidFill>
                <a:latin typeface="Calibri"/>
                <a:ea typeface="Calibri"/>
                <a:cs typeface="Calibri"/>
                <a:sym typeface="Calibri"/>
              </a:rPr>
              <a:t> or multiplex voles.</a:t>
            </a:r>
            <a:endParaRPr dirty="0">
              <a:latin typeface="Calibri"/>
              <a:ea typeface="Calibri"/>
              <a:cs typeface="Calibri"/>
              <a:sym typeface="Calibri"/>
            </a:endParaRPr>
          </a:p>
          <a:p>
            <a:pPr marL="571500" marR="0" lvl="0" indent="-215900" algn="l" rtl="0">
              <a:lnSpc>
                <a:spcPct val="90000"/>
              </a:lnSpc>
              <a:spcBef>
                <a:spcPts val="1000"/>
              </a:spcBef>
              <a:spcAft>
                <a:spcPts val="0"/>
              </a:spcAft>
              <a:buClr>
                <a:srgbClr val="002C43"/>
              </a:buClr>
              <a:buSzPts val="2000"/>
              <a:buFont typeface="Noto Sans Symbols"/>
              <a:buNone/>
            </a:pPr>
            <a:endParaRPr sz="2000" b="0" i="0" u="none" strike="noStrike" cap="none" dirty="0">
              <a:solidFill>
                <a:srgbClr val="002C43"/>
              </a:solidFill>
              <a:latin typeface="Play"/>
              <a:ea typeface="Play"/>
              <a:cs typeface="Play"/>
              <a:sym typeface="Pl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7">
          <a:extLst>
            <a:ext uri="{FF2B5EF4-FFF2-40B4-BE49-F238E27FC236}">
              <a16:creationId xmlns:a16="http://schemas.microsoft.com/office/drawing/2014/main" id="{BCBB5D55-E52E-5531-0A5E-66BD7E99488A}"/>
            </a:ext>
          </a:extLst>
        </p:cNvPr>
        <p:cNvGrpSpPr/>
        <p:nvPr/>
      </p:nvGrpSpPr>
      <p:grpSpPr>
        <a:xfrm>
          <a:off x="0" y="0"/>
          <a:ext cx="0" cy="0"/>
          <a:chOff x="0" y="0"/>
          <a:chExt cx="0" cy="0"/>
        </a:xfrm>
      </p:grpSpPr>
      <p:sp>
        <p:nvSpPr>
          <p:cNvPr id="418" name="Google Shape;418;p88">
            <a:extLst>
              <a:ext uri="{FF2B5EF4-FFF2-40B4-BE49-F238E27FC236}">
                <a16:creationId xmlns:a16="http://schemas.microsoft.com/office/drawing/2014/main" id="{C14F8490-559D-48B5-1C0A-E191DE37D017}"/>
              </a:ext>
            </a:extLst>
          </p:cNvPr>
          <p:cNvSpPr/>
          <p:nvPr/>
        </p:nvSpPr>
        <p:spPr>
          <a:xfrm>
            <a:off x="1385455" y="0"/>
            <a:ext cx="10806546"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pic>
        <p:nvPicPr>
          <p:cNvPr id="419" name="Google Shape;419;p88">
            <a:extLst>
              <a:ext uri="{FF2B5EF4-FFF2-40B4-BE49-F238E27FC236}">
                <a16:creationId xmlns:a16="http://schemas.microsoft.com/office/drawing/2014/main" id="{82926015-A785-1531-378B-8E238D1427F9}"/>
              </a:ext>
            </a:extLst>
          </p:cNvPr>
          <p:cNvPicPr preferRelativeResize="0"/>
          <p:nvPr/>
        </p:nvPicPr>
        <p:blipFill rotWithShape="1">
          <a:blip r:embed="rId3">
            <a:alphaModFix/>
          </a:blip>
          <a:srcRect r="-463" b="2712"/>
          <a:stretch/>
        </p:blipFill>
        <p:spPr>
          <a:xfrm rot="10800000">
            <a:off x="7813963" y="2133587"/>
            <a:ext cx="4364182" cy="4717379"/>
          </a:xfrm>
          <a:prstGeom prst="rect">
            <a:avLst/>
          </a:prstGeom>
          <a:noFill/>
          <a:ln>
            <a:noFill/>
          </a:ln>
        </p:spPr>
      </p:pic>
      <p:sp>
        <p:nvSpPr>
          <p:cNvPr id="420" name="Google Shape;420;p88">
            <a:extLst>
              <a:ext uri="{FF2B5EF4-FFF2-40B4-BE49-F238E27FC236}">
                <a16:creationId xmlns:a16="http://schemas.microsoft.com/office/drawing/2014/main" id="{BC28F433-3D8D-CACF-1F0B-FB8C20114AF7}"/>
              </a:ext>
            </a:extLst>
          </p:cNvPr>
          <p:cNvSpPr txBox="1">
            <a:spLocks noGrp="1"/>
          </p:cNvSpPr>
          <p:nvPr>
            <p:ph type="body" idx="1"/>
          </p:nvPr>
        </p:nvSpPr>
        <p:spPr>
          <a:xfrm>
            <a:off x="1728027" y="216447"/>
            <a:ext cx="51030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dirty="0">
                <a:solidFill>
                  <a:srgbClr val="003750"/>
                </a:solidFill>
                <a:latin typeface="Calibri"/>
                <a:ea typeface="Calibri"/>
                <a:cs typeface="Calibri"/>
                <a:sym typeface="Calibri"/>
              </a:rPr>
              <a:t>Data Overview</a:t>
            </a:r>
          </a:p>
          <a:p>
            <a:pPr marL="0" lvl="0" indent="0" algn="l" rtl="0">
              <a:lnSpc>
                <a:spcPct val="90000"/>
              </a:lnSpc>
              <a:spcBef>
                <a:spcPts val="0"/>
              </a:spcBef>
              <a:spcAft>
                <a:spcPts val="0"/>
              </a:spcAft>
              <a:buClr>
                <a:schemeClr val="lt1"/>
              </a:buClr>
              <a:buSzPts val="4000"/>
              <a:buNone/>
            </a:pPr>
            <a:endParaRPr lang="en-US" sz="4600" b="1" dirty="0">
              <a:solidFill>
                <a:srgbClr val="003750"/>
              </a:solidFill>
              <a:latin typeface="Calibri"/>
              <a:ea typeface="Calibri"/>
              <a:cs typeface="Calibri"/>
              <a:sym typeface="Calibri"/>
            </a:endParaRPr>
          </a:p>
          <a:p>
            <a:pPr marL="0" lvl="0" indent="0" algn="l" rtl="0">
              <a:lnSpc>
                <a:spcPct val="90000"/>
              </a:lnSpc>
              <a:spcBef>
                <a:spcPts val="0"/>
              </a:spcBef>
              <a:spcAft>
                <a:spcPts val="0"/>
              </a:spcAft>
              <a:buClr>
                <a:schemeClr val="lt1"/>
              </a:buClr>
              <a:buSzPts val="4000"/>
              <a:buNone/>
            </a:pPr>
            <a:endParaRPr sz="4600" b="1" dirty="0">
              <a:solidFill>
                <a:srgbClr val="003750"/>
              </a:solidFill>
              <a:latin typeface="Calibri"/>
              <a:ea typeface="Calibri"/>
              <a:cs typeface="Calibri"/>
              <a:sym typeface="Calibri"/>
            </a:endParaRPr>
          </a:p>
        </p:txBody>
      </p:sp>
      <p:sp>
        <p:nvSpPr>
          <p:cNvPr id="421" name="Google Shape;421;p88">
            <a:extLst>
              <a:ext uri="{FF2B5EF4-FFF2-40B4-BE49-F238E27FC236}">
                <a16:creationId xmlns:a16="http://schemas.microsoft.com/office/drawing/2014/main" id="{D354B4A9-CD27-A92A-6390-B4D9692A00CB}"/>
              </a:ext>
            </a:extLst>
          </p:cNvPr>
          <p:cNvSpPr txBox="1">
            <a:spLocks noGrp="1"/>
          </p:cNvSpPr>
          <p:nvPr>
            <p:ph type="body" idx="3"/>
          </p:nvPr>
        </p:nvSpPr>
        <p:spPr>
          <a:xfrm>
            <a:off x="1728030" y="969474"/>
            <a:ext cx="10500600" cy="5736300"/>
          </a:xfrm>
          <a:prstGeom prst="rect">
            <a:avLst/>
          </a:prstGeom>
          <a:noFill/>
          <a:ln>
            <a:noFill/>
          </a:ln>
        </p:spPr>
        <p:txBody>
          <a:bodyPr spcFirstLastPara="1" wrap="square" lIns="91425" tIns="45700" rIns="91425" bIns="45700" anchor="t" anchorCtr="0">
            <a:noAutofit/>
          </a:bodyPr>
          <a:lstStyle/>
          <a:p>
            <a:pPr marL="44450" lvl="0" indent="0" algn="l" rtl="0">
              <a:lnSpc>
                <a:spcPct val="115000"/>
              </a:lnSpc>
              <a:spcBef>
                <a:spcPts val="0"/>
              </a:spcBef>
              <a:spcAft>
                <a:spcPts val="0"/>
              </a:spcAft>
              <a:buClr>
                <a:schemeClr val="dk1"/>
              </a:buClr>
              <a:buSzPts val="2900"/>
            </a:pPr>
            <a:r>
              <a:rPr lang="en-US" sz="1800" b="1" dirty="0">
                <a:solidFill>
                  <a:srgbClr val="003750"/>
                </a:solidFill>
                <a:latin typeface="Calibri"/>
                <a:ea typeface="Calibri"/>
                <a:cs typeface="Calibri"/>
                <a:sym typeface="Calibri"/>
              </a:rPr>
              <a:t>The dataset consists of 288 skull measurements from two species, with 89 specimens classified through chromosomal analysis. The remaining 199 specimens are unclassified.</a:t>
            </a:r>
            <a:br>
              <a:rPr lang="en-US" sz="1800" b="1" dirty="0">
                <a:solidFill>
                  <a:srgbClr val="003750"/>
                </a:solidFill>
                <a:latin typeface="Calibri"/>
                <a:ea typeface="Calibri"/>
                <a:cs typeface="Calibri"/>
                <a:sym typeface="Calibri"/>
              </a:rPr>
            </a:br>
            <a:br>
              <a:rPr lang="en-US" sz="1800" b="1" dirty="0">
                <a:solidFill>
                  <a:srgbClr val="003750"/>
                </a:solidFill>
                <a:latin typeface="Calibri"/>
                <a:ea typeface="Calibri"/>
                <a:cs typeface="Calibri"/>
                <a:sym typeface="Calibri"/>
              </a:rPr>
            </a:br>
            <a:r>
              <a:rPr lang="en-US" sz="1800" b="1" dirty="0">
                <a:solidFill>
                  <a:srgbClr val="003750"/>
                </a:solidFill>
                <a:latin typeface="Calibri"/>
                <a:ea typeface="Calibri"/>
                <a:cs typeface="Calibri"/>
                <a:sym typeface="Calibri"/>
              </a:rPr>
              <a:t>Data Cleaning</a:t>
            </a:r>
          </a:p>
          <a:p>
            <a:pPr marL="44450" lvl="0" indent="0" algn="l" rtl="0">
              <a:lnSpc>
                <a:spcPct val="115000"/>
              </a:lnSpc>
              <a:spcBef>
                <a:spcPts val="0"/>
              </a:spcBef>
              <a:spcAft>
                <a:spcPts val="0"/>
              </a:spcAft>
              <a:buClr>
                <a:schemeClr val="dk1"/>
              </a:buClr>
              <a:buSzPts val="2900"/>
            </a:pPr>
            <a:r>
              <a:rPr lang="en-US" sz="1800" dirty="0">
                <a:solidFill>
                  <a:srgbClr val="003750"/>
                </a:solidFill>
                <a:latin typeface="Calibri"/>
                <a:ea typeface="Calibri"/>
                <a:cs typeface="Calibri"/>
                <a:sym typeface="Calibri"/>
              </a:rPr>
              <a:t>3 sheets of data</a:t>
            </a:r>
            <a:endParaRPr sz="1800" dirty="0">
              <a:solidFill>
                <a:srgbClr val="003750"/>
              </a:solidFill>
              <a:latin typeface="Calibri"/>
              <a:ea typeface="Calibri"/>
              <a:cs typeface="Calibri"/>
              <a:sym typeface="Calibri"/>
            </a:endParaRP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First sheet (Unknown)</a:t>
            </a:r>
            <a:endParaRPr sz="1800" dirty="0">
              <a:solidFill>
                <a:srgbClr val="003750"/>
              </a:solidFill>
              <a:latin typeface="Calibri"/>
              <a:ea typeface="Calibri"/>
              <a:cs typeface="Calibri"/>
              <a:sym typeface="Calibri"/>
            </a:endParaRPr>
          </a:p>
          <a:p>
            <a:pPr marL="914400" lvl="1"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Skipped row between index 20 and 21</a:t>
            </a:r>
          </a:p>
          <a:p>
            <a:pPr marL="914400" lvl="1"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Hidden Row 8</a:t>
            </a:r>
            <a:endParaRPr sz="1800" dirty="0">
              <a:solidFill>
                <a:srgbClr val="003750"/>
              </a:solidFill>
              <a:latin typeface="Calibri"/>
              <a:ea typeface="Calibri"/>
              <a:cs typeface="Calibri"/>
              <a:sym typeface="Calibri"/>
            </a:endParaRP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Second sheet (</a:t>
            </a:r>
            <a:r>
              <a:rPr lang="en-US" sz="1800" dirty="0" err="1">
                <a:solidFill>
                  <a:srgbClr val="003750"/>
                </a:solidFill>
                <a:latin typeface="Calibri"/>
                <a:ea typeface="Calibri"/>
                <a:cs typeface="Calibri"/>
                <a:sym typeface="Calibri"/>
              </a:rPr>
              <a:t>Subterraneus</a:t>
            </a:r>
            <a:r>
              <a:rPr lang="en-US" sz="1800" dirty="0">
                <a:solidFill>
                  <a:srgbClr val="003750"/>
                </a:solidFill>
                <a:latin typeface="Calibri"/>
                <a:ea typeface="Calibri"/>
                <a:cs typeface="Calibri"/>
                <a:sym typeface="Calibri"/>
              </a:rPr>
              <a:t>)</a:t>
            </a:r>
            <a:endParaRPr sz="1800" dirty="0">
              <a:solidFill>
                <a:srgbClr val="003750"/>
              </a:solidFill>
              <a:latin typeface="Calibri"/>
              <a:ea typeface="Calibri"/>
              <a:cs typeface="Calibri"/>
              <a:sym typeface="Calibri"/>
            </a:endParaRPr>
          </a:p>
          <a:p>
            <a:pPr marL="914400" lvl="1"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Skipped row between index 13 and 15</a:t>
            </a:r>
            <a:endParaRPr sz="1800" dirty="0">
              <a:solidFill>
                <a:srgbClr val="003750"/>
              </a:solidFill>
              <a:latin typeface="Calibri"/>
              <a:ea typeface="Calibri"/>
              <a:cs typeface="Calibri"/>
              <a:sym typeface="Calibri"/>
            </a:endParaRP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Third sheet (Multiplex)</a:t>
            </a:r>
            <a:endParaRPr sz="1800" dirty="0">
              <a:solidFill>
                <a:srgbClr val="003750"/>
              </a:solidFill>
              <a:latin typeface="Calibri"/>
              <a:ea typeface="Calibri"/>
              <a:cs typeface="Calibri"/>
              <a:sym typeface="Calibri"/>
            </a:endParaRPr>
          </a:p>
          <a:p>
            <a:pPr marL="914400" lvl="1"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Skipped row</a:t>
            </a:r>
            <a:endParaRPr sz="1800" dirty="0">
              <a:solidFill>
                <a:srgbClr val="003750"/>
              </a:solidFill>
              <a:latin typeface="Calibri"/>
              <a:ea typeface="Calibri"/>
              <a:cs typeface="Calibri"/>
              <a:sym typeface="Calibri"/>
            </a:endParaRPr>
          </a:p>
          <a:p>
            <a:pPr marL="914400" lvl="1"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Duplicate data between index 30th and 31st row.</a:t>
            </a:r>
          </a:p>
          <a:p>
            <a:pPr marL="552450" lvl="1" indent="0" algn="l" rtl="0">
              <a:lnSpc>
                <a:spcPct val="115000"/>
              </a:lnSpc>
              <a:spcBef>
                <a:spcPts val="0"/>
              </a:spcBef>
              <a:spcAft>
                <a:spcPts val="0"/>
              </a:spcAft>
              <a:buClr>
                <a:srgbClr val="003750"/>
              </a:buClr>
              <a:buSzPts val="2100"/>
              <a:buNone/>
            </a:pPr>
            <a:endParaRPr lang="en-US" sz="1800" b="1" dirty="0">
              <a:solidFill>
                <a:srgbClr val="003750"/>
              </a:solidFill>
              <a:latin typeface="Calibri"/>
              <a:ea typeface="Calibri"/>
              <a:cs typeface="Calibri"/>
              <a:sym typeface="Calibri"/>
            </a:endParaRPr>
          </a:p>
          <a:p>
            <a:pPr marL="552450" lvl="1" indent="0" algn="l" rtl="0">
              <a:lnSpc>
                <a:spcPct val="115000"/>
              </a:lnSpc>
              <a:spcBef>
                <a:spcPts val="0"/>
              </a:spcBef>
              <a:spcAft>
                <a:spcPts val="0"/>
              </a:spcAft>
              <a:buClr>
                <a:srgbClr val="003750"/>
              </a:buClr>
              <a:buSzPts val="2100"/>
              <a:buNone/>
            </a:pPr>
            <a:r>
              <a:rPr lang="en-US" sz="1800" b="1" dirty="0">
                <a:solidFill>
                  <a:srgbClr val="003750"/>
                </a:solidFill>
                <a:latin typeface="Calibri"/>
                <a:ea typeface="Calibri"/>
                <a:cs typeface="Calibri"/>
                <a:sym typeface="Calibri"/>
              </a:rPr>
              <a:t>Note: </a:t>
            </a:r>
            <a:r>
              <a:rPr lang="en-US" sz="1800" dirty="0">
                <a:solidFill>
                  <a:srgbClr val="003750"/>
                </a:solidFill>
                <a:latin typeface="Calibri"/>
                <a:ea typeface="Calibri"/>
                <a:cs typeface="Calibri"/>
                <a:sym typeface="Calibri"/>
              </a:rPr>
              <a:t>Changed Column names and converted to CSV.</a:t>
            </a:r>
          </a:p>
          <a:p>
            <a:pPr marL="0" lvl="0" indent="0" algn="l" rtl="0">
              <a:lnSpc>
                <a:spcPct val="115000"/>
              </a:lnSpc>
              <a:spcBef>
                <a:spcPts val="0"/>
              </a:spcBef>
              <a:spcAft>
                <a:spcPts val="0"/>
              </a:spcAft>
              <a:buSzPts val="1600"/>
              <a:buNone/>
            </a:pPr>
            <a:endParaRPr sz="3000" dirty="0">
              <a:solidFill>
                <a:schemeClr val="dk1"/>
              </a:solidFill>
              <a:latin typeface="Roboto"/>
              <a:ea typeface="Roboto"/>
              <a:cs typeface="Roboto"/>
              <a:sym typeface="Roboto"/>
            </a:endParaRPr>
          </a:p>
        </p:txBody>
      </p:sp>
    </p:spTree>
    <p:extLst>
      <p:ext uri="{BB962C8B-B14F-4D97-AF65-F5344CB8AC3E}">
        <p14:creationId xmlns:p14="http://schemas.microsoft.com/office/powerpoint/2010/main" val="2049192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88"/>
          <p:cNvSpPr/>
          <p:nvPr/>
        </p:nvSpPr>
        <p:spPr>
          <a:xfrm>
            <a:off x="1385455" y="0"/>
            <a:ext cx="10806546"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pic>
        <p:nvPicPr>
          <p:cNvPr id="419" name="Google Shape;419;p88"/>
          <p:cNvPicPr preferRelativeResize="0"/>
          <p:nvPr/>
        </p:nvPicPr>
        <p:blipFill rotWithShape="1">
          <a:blip r:embed="rId3">
            <a:alphaModFix/>
          </a:blip>
          <a:srcRect r="-463" b="2712"/>
          <a:stretch/>
        </p:blipFill>
        <p:spPr>
          <a:xfrm rot="10800000">
            <a:off x="7813963" y="2133587"/>
            <a:ext cx="4364182" cy="4717379"/>
          </a:xfrm>
          <a:prstGeom prst="rect">
            <a:avLst/>
          </a:prstGeom>
          <a:noFill/>
          <a:ln>
            <a:noFill/>
          </a:ln>
        </p:spPr>
      </p:pic>
      <p:sp>
        <p:nvSpPr>
          <p:cNvPr id="420" name="Google Shape;420;p88"/>
          <p:cNvSpPr txBox="1">
            <a:spLocks noGrp="1"/>
          </p:cNvSpPr>
          <p:nvPr>
            <p:ph type="body" idx="1"/>
          </p:nvPr>
        </p:nvSpPr>
        <p:spPr>
          <a:xfrm>
            <a:off x="1728027" y="216447"/>
            <a:ext cx="51030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dirty="0">
                <a:solidFill>
                  <a:srgbClr val="003750"/>
                </a:solidFill>
                <a:latin typeface="Calibri"/>
                <a:ea typeface="Calibri"/>
                <a:cs typeface="Calibri"/>
                <a:sym typeface="Calibri"/>
              </a:rPr>
              <a:t>Methodology</a:t>
            </a:r>
          </a:p>
          <a:p>
            <a:pPr marL="0" lvl="0" indent="0" algn="l" rtl="0">
              <a:lnSpc>
                <a:spcPct val="90000"/>
              </a:lnSpc>
              <a:spcBef>
                <a:spcPts val="0"/>
              </a:spcBef>
              <a:spcAft>
                <a:spcPts val="0"/>
              </a:spcAft>
              <a:buClr>
                <a:schemeClr val="lt1"/>
              </a:buClr>
              <a:buSzPts val="4000"/>
              <a:buNone/>
            </a:pPr>
            <a:endParaRPr lang="en-US" sz="4600" b="1" dirty="0">
              <a:solidFill>
                <a:srgbClr val="003750"/>
              </a:solidFill>
              <a:latin typeface="Calibri"/>
              <a:ea typeface="Calibri"/>
              <a:cs typeface="Calibri"/>
              <a:sym typeface="Calibri"/>
            </a:endParaRPr>
          </a:p>
          <a:p>
            <a:pPr marL="0" lvl="0" indent="0" algn="l" rtl="0">
              <a:lnSpc>
                <a:spcPct val="90000"/>
              </a:lnSpc>
              <a:spcBef>
                <a:spcPts val="0"/>
              </a:spcBef>
              <a:spcAft>
                <a:spcPts val="0"/>
              </a:spcAft>
              <a:buClr>
                <a:schemeClr val="lt1"/>
              </a:buClr>
              <a:buSzPts val="4000"/>
              <a:buNone/>
            </a:pPr>
            <a:endParaRPr lang="en-US" sz="4600" b="1" dirty="0">
              <a:solidFill>
                <a:srgbClr val="003750"/>
              </a:solidFill>
              <a:latin typeface="Calibri"/>
              <a:ea typeface="Calibri"/>
              <a:cs typeface="Calibri"/>
              <a:sym typeface="Calibri"/>
            </a:endParaRPr>
          </a:p>
          <a:p>
            <a:pPr marL="0" lvl="0" indent="0" algn="l" rtl="0">
              <a:lnSpc>
                <a:spcPct val="90000"/>
              </a:lnSpc>
              <a:spcBef>
                <a:spcPts val="0"/>
              </a:spcBef>
              <a:spcAft>
                <a:spcPts val="0"/>
              </a:spcAft>
              <a:buClr>
                <a:schemeClr val="lt1"/>
              </a:buClr>
              <a:buSzPts val="4000"/>
              <a:buNone/>
            </a:pPr>
            <a:endParaRPr sz="4600" b="1" dirty="0">
              <a:solidFill>
                <a:srgbClr val="003750"/>
              </a:solidFill>
              <a:latin typeface="Calibri"/>
              <a:ea typeface="Calibri"/>
              <a:cs typeface="Calibri"/>
              <a:sym typeface="Calibri"/>
            </a:endParaRPr>
          </a:p>
        </p:txBody>
      </p:sp>
      <p:sp>
        <p:nvSpPr>
          <p:cNvPr id="421" name="Google Shape;421;p88"/>
          <p:cNvSpPr txBox="1">
            <a:spLocks noGrp="1"/>
          </p:cNvSpPr>
          <p:nvPr>
            <p:ph type="body" idx="3"/>
          </p:nvPr>
        </p:nvSpPr>
        <p:spPr>
          <a:xfrm>
            <a:off x="1728030" y="969474"/>
            <a:ext cx="10500600" cy="5736300"/>
          </a:xfrm>
          <a:prstGeom prst="rect">
            <a:avLst/>
          </a:prstGeom>
          <a:noFill/>
          <a:ln>
            <a:noFill/>
          </a:ln>
        </p:spPr>
        <p:txBody>
          <a:bodyPr spcFirstLastPara="1" wrap="square" lIns="91425" tIns="45700" rIns="91425" bIns="45700" anchor="t" anchorCtr="0">
            <a:noAutofit/>
          </a:bodyPr>
          <a:lstStyle/>
          <a:p>
            <a:pPr marL="44450" lvl="0" indent="0" algn="l" rtl="0">
              <a:lnSpc>
                <a:spcPct val="115000"/>
              </a:lnSpc>
              <a:spcBef>
                <a:spcPts val="0"/>
              </a:spcBef>
              <a:spcAft>
                <a:spcPts val="0"/>
              </a:spcAft>
              <a:buClr>
                <a:schemeClr val="dk1"/>
              </a:buClr>
              <a:buSzPts val="2900"/>
            </a:pPr>
            <a:r>
              <a:rPr lang="en-US" sz="1800" b="1" dirty="0">
                <a:solidFill>
                  <a:srgbClr val="003750"/>
                </a:solidFill>
                <a:latin typeface="Calibri"/>
                <a:ea typeface="Calibri"/>
                <a:cs typeface="Calibri"/>
                <a:sym typeface="Calibri"/>
              </a:rPr>
              <a:t>Data Preparation</a:t>
            </a:r>
          </a:p>
          <a:p>
            <a:pPr marL="44450" lvl="0" indent="0" algn="l" rtl="0">
              <a:lnSpc>
                <a:spcPct val="115000"/>
              </a:lnSpc>
              <a:spcBef>
                <a:spcPts val="0"/>
              </a:spcBef>
              <a:spcAft>
                <a:spcPts val="0"/>
              </a:spcAft>
              <a:buClr>
                <a:schemeClr val="dk1"/>
              </a:buClr>
              <a:buSzPts val="2900"/>
            </a:pPr>
            <a:endParaRPr lang="en-US" sz="1800" b="1" dirty="0">
              <a:solidFill>
                <a:srgbClr val="003750"/>
              </a:solidFill>
              <a:latin typeface="Calibri"/>
              <a:ea typeface="Calibri"/>
              <a:cs typeface="Calibri"/>
              <a:sym typeface="Calibri"/>
            </a:endParaRPr>
          </a:p>
          <a:p>
            <a:pPr marL="44450" lvl="0" indent="0" algn="l" rtl="0">
              <a:lnSpc>
                <a:spcPct val="115000"/>
              </a:lnSpc>
              <a:spcBef>
                <a:spcPts val="0"/>
              </a:spcBef>
              <a:spcAft>
                <a:spcPts val="0"/>
              </a:spcAft>
              <a:buClr>
                <a:schemeClr val="dk1"/>
              </a:buClr>
              <a:buSzPts val="2900"/>
            </a:pPr>
            <a:r>
              <a:rPr lang="en-US" sz="1800" b="1" dirty="0">
                <a:solidFill>
                  <a:srgbClr val="003750"/>
                </a:solidFill>
                <a:latin typeface="Calibri"/>
                <a:ea typeface="Calibri"/>
                <a:cs typeface="Calibri"/>
                <a:sym typeface="Calibri"/>
              </a:rPr>
              <a:t>Exploratory Data Analysis (EDA)</a:t>
            </a:r>
            <a:endParaRPr sz="1800" dirty="0">
              <a:solidFill>
                <a:srgbClr val="003750"/>
              </a:solidFill>
              <a:latin typeface="Calibri"/>
              <a:ea typeface="Calibri"/>
              <a:cs typeface="Calibri"/>
              <a:sym typeface="Calibri"/>
            </a:endParaRP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Checked Missing values, data types and Created Boxplots to Identify Outliers.</a:t>
            </a: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Created Density charts to know distribution of a columns data.</a:t>
            </a: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Handled Outliers with </a:t>
            </a:r>
            <a:r>
              <a:rPr lang="en-US" sz="1800" dirty="0" err="1">
                <a:solidFill>
                  <a:srgbClr val="003750"/>
                </a:solidFill>
                <a:latin typeface="Calibri"/>
                <a:ea typeface="Calibri"/>
                <a:cs typeface="Calibri"/>
                <a:sym typeface="Calibri"/>
              </a:rPr>
              <a:t>Winsorization</a:t>
            </a:r>
            <a:r>
              <a:rPr lang="en-US" sz="1800" dirty="0">
                <a:solidFill>
                  <a:srgbClr val="003750"/>
                </a:solidFill>
                <a:latin typeface="Calibri"/>
                <a:ea typeface="Calibri"/>
                <a:cs typeface="Calibri"/>
                <a:sym typeface="Calibri"/>
              </a:rPr>
              <a:t> Technique.</a:t>
            </a:r>
          </a:p>
          <a:p>
            <a:pPr marL="457200" lvl="0" indent="-361950" algn="l" rtl="0">
              <a:lnSpc>
                <a:spcPct val="115000"/>
              </a:lnSpc>
              <a:spcBef>
                <a:spcPts val="0"/>
              </a:spcBef>
              <a:spcAft>
                <a:spcPts val="0"/>
              </a:spcAft>
              <a:buClr>
                <a:srgbClr val="003750"/>
              </a:buClr>
              <a:buSzPts val="2100"/>
              <a:buFont typeface="Calibri"/>
              <a:buChar char="●"/>
            </a:pPr>
            <a:endParaRPr lang="en-US" sz="1800" b="1" dirty="0">
              <a:solidFill>
                <a:srgbClr val="003750"/>
              </a:solidFill>
              <a:latin typeface="Calibri"/>
              <a:ea typeface="Calibri"/>
              <a:cs typeface="Calibri"/>
              <a:sym typeface="Calibri"/>
            </a:endParaRPr>
          </a:p>
          <a:p>
            <a:pPr marL="95250" lvl="0" indent="0" algn="l" rtl="0">
              <a:lnSpc>
                <a:spcPct val="115000"/>
              </a:lnSpc>
              <a:spcBef>
                <a:spcPts val="0"/>
              </a:spcBef>
              <a:spcAft>
                <a:spcPts val="0"/>
              </a:spcAft>
              <a:buClr>
                <a:srgbClr val="003750"/>
              </a:buClr>
              <a:buSzPts val="2100"/>
            </a:pPr>
            <a:r>
              <a:rPr lang="en-US" sz="1800" b="1" dirty="0">
                <a:solidFill>
                  <a:srgbClr val="003750"/>
                </a:solidFill>
                <a:latin typeface="Calibri"/>
                <a:ea typeface="Calibri"/>
                <a:cs typeface="Calibri"/>
                <a:sym typeface="Calibri"/>
              </a:rPr>
              <a:t>Model Development and Training</a:t>
            </a: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Developed seven logistic regression models with seven feature combinations.</a:t>
            </a: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Use k-fold cross-validation during the training phase. (K=10)</a:t>
            </a:r>
          </a:p>
          <a:p>
            <a:pPr marL="95250" lvl="0" indent="0" algn="l" rtl="0">
              <a:lnSpc>
                <a:spcPct val="115000"/>
              </a:lnSpc>
              <a:spcBef>
                <a:spcPts val="0"/>
              </a:spcBef>
              <a:spcAft>
                <a:spcPts val="0"/>
              </a:spcAft>
              <a:buClr>
                <a:srgbClr val="003750"/>
              </a:buClr>
              <a:buSzPts val="2100"/>
            </a:pPr>
            <a:endParaRPr lang="en-US" sz="1800" dirty="0">
              <a:solidFill>
                <a:srgbClr val="003750"/>
              </a:solidFill>
              <a:latin typeface="Calibri"/>
              <a:ea typeface="Calibri"/>
              <a:cs typeface="Calibri"/>
              <a:sym typeface="Calibri"/>
            </a:endParaRPr>
          </a:p>
          <a:p>
            <a:pPr marL="95250" lvl="0" indent="0" algn="l" rtl="0">
              <a:lnSpc>
                <a:spcPct val="115000"/>
              </a:lnSpc>
              <a:spcBef>
                <a:spcPts val="0"/>
              </a:spcBef>
              <a:spcAft>
                <a:spcPts val="0"/>
              </a:spcAft>
              <a:buClr>
                <a:srgbClr val="003750"/>
              </a:buClr>
              <a:buSzPts val="2100"/>
            </a:pPr>
            <a:r>
              <a:rPr lang="en-US" sz="1800" b="1" dirty="0">
                <a:solidFill>
                  <a:srgbClr val="003750"/>
                </a:solidFill>
                <a:latin typeface="Calibri"/>
                <a:ea typeface="Calibri"/>
                <a:cs typeface="Calibri"/>
                <a:sym typeface="Calibri"/>
              </a:rPr>
              <a:t>Model Evaluation</a:t>
            </a:r>
            <a:endParaRPr sz="1800" dirty="0">
              <a:solidFill>
                <a:srgbClr val="003750"/>
              </a:solidFill>
              <a:latin typeface="Calibri"/>
              <a:ea typeface="Calibri"/>
              <a:cs typeface="Calibri"/>
              <a:sym typeface="Calibri"/>
            </a:endParaRP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Used key evaluation metrics Accuracy, Kappa and AIC.</a:t>
            </a:r>
          </a:p>
          <a:p>
            <a:pPr marL="457200" lvl="0" indent="-361950" algn="l" rtl="0">
              <a:lnSpc>
                <a:spcPct val="115000"/>
              </a:lnSpc>
              <a:spcBef>
                <a:spcPts val="0"/>
              </a:spcBef>
              <a:spcAft>
                <a:spcPts val="0"/>
              </a:spcAft>
              <a:buClr>
                <a:srgbClr val="003750"/>
              </a:buClr>
              <a:buSzPts val="2100"/>
              <a:buFont typeface="Calibri"/>
              <a:buChar char="●"/>
            </a:pPr>
            <a:endParaRPr lang="en-US" sz="1800" dirty="0">
              <a:solidFill>
                <a:srgbClr val="003750"/>
              </a:solidFill>
              <a:latin typeface="Calibri"/>
              <a:ea typeface="Calibri"/>
              <a:cs typeface="Calibri"/>
              <a:sym typeface="Calibri"/>
            </a:endParaRPr>
          </a:p>
          <a:p>
            <a:pPr marL="95250" lvl="0" indent="0" algn="l" rtl="0">
              <a:lnSpc>
                <a:spcPct val="115000"/>
              </a:lnSpc>
              <a:spcBef>
                <a:spcPts val="0"/>
              </a:spcBef>
              <a:spcAft>
                <a:spcPts val="0"/>
              </a:spcAft>
              <a:buClr>
                <a:srgbClr val="003750"/>
              </a:buClr>
              <a:buSzPts val="2100"/>
            </a:pPr>
            <a:r>
              <a:rPr lang="en-US" sz="1800" b="1" dirty="0">
                <a:solidFill>
                  <a:srgbClr val="003750"/>
                </a:solidFill>
                <a:latin typeface="Calibri"/>
                <a:ea typeface="Calibri"/>
                <a:cs typeface="Calibri"/>
                <a:sym typeface="Calibri"/>
              </a:rPr>
              <a:t>Prediction</a:t>
            </a:r>
          </a:p>
          <a:p>
            <a:pPr marL="457200" lvl="0" indent="-361950" algn="l" rtl="0">
              <a:lnSpc>
                <a:spcPct val="115000"/>
              </a:lnSpc>
              <a:spcBef>
                <a:spcPts val="0"/>
              </a:spcBef>
              <a:spcAft>
                <a:spcPts val="0"/>
              </a:spcAft>
              <a:buClr>
                <a:srgbClr val="003750"/>
              </a:buClr>
              <a:buSzPts val="2100"/>
              <a:buFont typeface="Calibri"/>
              <a:buChar char="●"/>
            </a:pPr>
            <a:r>
              <a:rPr lang="en-US" sz="1800" dirty="0">
                <a:solidFill>
                  <a:srgbClr val="003750"/>
                </a:solidFill>
                <a:latin typeface="Calibri"/>
                <a:ea typeface="Calibri"/>
                <a:cs typeface="Calibri"/>
                <a:sym typeface="Calibri"/>
              </a:rPr>
              <a:t>Predicting seven unknown data subsets with respective feature combination models.</a:t>
            </a:r>
            <a:endParaRPr sz="1800" dirty="0">
              <a:solidFill>
                <a:srgbClr val="00375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425"/>
        <p:cNvGrpSpPr/>
        <p:nvPr/>
      </p:nvGrpSpPr>
      <p:grpSpPr>
        <a:xfrm>
          <a:off x="0" y="0"/>
          <a:ext cx="0" cy="0"/>
          <a:chOff x="0" y="0"/>
          <a:chExt cx="0" cy="0"/>
        </a:xfrm>
      </p:grpSpPr>
      <p:sp>
        <p:nvSpPr>
          <p:cNvPr id="426" name="Google Shape;426;p89"/>
          <p:cNvSpPr txBox="1">
            <a:spLocks noGrp="1"/>
          </p:cNvSpPr>
          <p:nvPr>
            <p:ph type="body" idx="1"/>
          </p:nvPr>
        </p:nvSpPr>
        <p:spPr>
          <a:xfrm>
            <a:off x="607025" y="283450"/>
            <a:ext cx="74880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chemeClr val="dk1"/>
                </a:solidFill>
              </a:rPr>
              <a:t>Exploratory Data Analysis</a:t>
            </a:r>
            <a:endParaRPr sz="4600" b="1">
              <a:solidFill>
                <a:schemeClr val="dk1"/>
              </a:solidFill>
            </a:endParaRPr>
          </a:p>
        </p:txBody>
      </p:sp>
      <p:sp>
        <p:nvSpPr>
          <p:cNvPr id="427" name="Google Shape;427;p89"/>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457200" lvl="0" indent="-387350" algn="l" rtl="0">
              <a:lnSpc>
                <a:spcPct val="115000"/>
              </a:lnSpc>
              <a:spcBef>
                <a:spcPts val="0"/>
              </a:spcBef>
              <a:spcAft>
                <a:spcPts val="0"/>
              </a:spcAft>
              <a:buClr>
                <a:schemeClr val="dk1"/>
              </a:buClr>
              <a:buSzPts val="2500"/>
              <a:buFont typeface="Roboto"/>
              <a:buChar char="●"/>
            </a:pPr>
            <a:r>
              <a:rPr lang="en-US" sz="2500" dirty="0">
                <a:solidFill>
                  <a:schemeClr val="dk1"/>
                </a:solidFill>
                <a:latin typeface="Roboto"/>
                <a:ea typeface="Roboto"/>
                <a:cs typeface="Roboto"/>
                <a:sym typeface="Roboto"/>
              </a:rPr>
              <a:t>Missing Values Removal</a:t>
            </a:r>
            <a:endParaRPr sz="2500" dirty="0">
              <a:solidFill>
                <a:schemeClr val="dk1"/>
              </a:solidFill>
              <a:latin typeface="Roboto"/>
              <a:ea typeface="Roboto"/>
              <a:cs typeface="Roboto"/>
              <a:sym typeface="Roboto"/>
            </a:endParaRPr>
          </a:p>
          <a:p>
            <a:pPr marL="914400" lvl="1" indent="-387350" algn="l" rtl="0">
              <a:lnSpc>
                <a:spcPct val="115000"/>
              </a:lnSpc>
              <a:spcBef>
                <a:spcPts val="0"/>
              </a:spcBef>
              <a:spcAft>
                <a:spcPts val="0"/>
              </a:spcAft>
              <a:buClr>
                <a:schemeClr val="dk1"/>
              </a:buClr>
              <a:buSzPts val="2500"/>
              <a:buFont typeface="Roboto"/>
              <a:buChar char="○"/>
            </a:pPr>
            <a:r>
              <a:rPr lang="en-US" sz="2500" dirty="0">
                <a:solidFill>
                  <a:schemeClr val="dk1"/>
                </a:solidFill>
                <a:latin typeface="Roboto"/>
                <a:ea typeface="Roboto"/>
                <a:cs typeface="Roboto"/>
                <a:sym typeface="Roboto"/>
              </a:rPr>
              <a:t>Removal of missing rows in each sheet</a:t>
            </a:r>
            <a:endParaRPr sz="2500" dirty="0">
              <a:solidFill>
                <a:schemeClr val="dk1"/>
              </a:solidFill>
              <a:latin typeface="Roboto"/>
              <a:ea typeface="Roboto"/>
              <a:cs typeface="Roboto"/>
              <a:sym typeface="Roboto"/>
            </a:endParaRPr>
          </a:p>
          <a:p>
            <a:pPr marL="914400" lvl="1" indent="-387350" algn="l" rtl="0">
              <a:lnSpc>
                <a:spcPct val="115000"/>
              </a:lnSpc>
              <a:spcBef>
                <a:spcPts val="0"/>
              </a:spcBef>
              <a:spcAft>
                <a:spcPts val="0"/>
              </a:spcAft>
              <a:buClr>
                <a:schemeClr val="dk1"/>
              </a:buClr>
              <a:buSzPts val="2500"/>
              <a:buFont typeface="Roboto"/>
              <a:buChar char="○"/>
            </a:pPr>
            <a:r>
              <a:rPr lang="en-US" sz="2500" dirty="0">
                <a:solidFill>
                  <a:schemeClr val="dk1"/>
                </a:solidFill>
                <a:latin typeface="Roboto"/>
                <a:ea typeface="Roboto"/>
                <a:cs typeface="Roboto"/>
                <a:sym typeface="Roboto"/>
              </a:rPr>
              <a:t>Removal of duplicates in multiplex sheet</a:t>
            </a:r>
            <a:endParaRPr sz="25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2500" dirty="0">
              <a:solidFill>
                <a:schemeClr val="dk1"/>
              </a:solidFill>
              <a:latin typeface="Roboto"/>
              <a:ea typeface="Roboto"/>
              <a:cs typeface="Roboto"/>
              <a:sym typeface="Roboto"/>
            </a:endParaRPr>
          </a:p>
          <a:p>
            <a:pPr marL="457200" lvl="0" indent="-387350" algn="l" rtl="0">
              <a:lnSpc>
                <a:spcPct val="115000"/>
              </a:lnSpc>
              <a:spcBef>
                <a:spcPts val="0"/>
              </a:spcBef>
              <a:spcAft>
                <a:spcPts val="0"/>
              </a:spcAft>
              <a:buClr>
                <a:schemeClr val="dk1"/>
              </a:buClr>
              <a:buSzPts val="2500"/>
              <a:buFont typeface="Roboto"/>
              <a:buChar char="●"/>
            </a:pPr>
            <a:r>
              <a:rPr lang="en-US" sz="2500" dirty="0">
                <a:solidFill>
                  <a:schemeClr val="dk1"/>
                </a:solidFill>
                <a:latin typeface="Roboto"/>
                <a:ea typeface="Roboto"/>
                <a:cs typeface="Roboto"/>
                <a:sym typeface="Roboto"/>
              </a:rPr>
              <a:t>Outlier Handling</a:t>
            </a:r>
            <a:endParaRPr sz="2500" dirty="0">
              <a:solidFill>
                <a:schemeClr val="dk1"/>
              </a:solidFill>
              <a:latin typeface="Roboto"/>
              <a:ea typeface="Roboto"/>
              <a:cs typeface="Roboto"/>
              <a:sym typeface="Roboto"/>
            </a:endParaRPr>
          </a:p>
          <a:p>
            <a:pPr marL="914400" lvl="1" indent="-387350" algn="l" rtl="0">
              <a:lnSpc>
                <a:spcPct val="115000"/>
              </a:lnSpc>
              <a:spcBef>
                <a:spcPts val="0"/>
              </a:spcBef>
              <a:spcAft>
                <a:spcPts val="0"/>
              </a:spcAft>
              <a:buClr>
                <a:schemeClr val="dk1"/>
              </a:buClr>
              <a:buSzPts val="2500"/>
              <a:buFont typeface="Roboto"/>
              <a:buChar char="○"/>
            </a:pPr>
            <a:r>
              <a:rPr lang="en-US" sz="2500" dirty="0">
                <a:solidFill>
                  <a:schemeClr val="dk1"/>
                </a:solidFill>
                <a:latin typeface="Roboto"/>
                <a:ea typeface="Roboto"/>
                <a:cs typeface="Roboto"/>
                <a:sym typeface="Roboto"/>
              </a:rPr>
              <a:t>Mitigation the impact of outliers by utilizing the percentile based approach.</a:t>
            </a:r>
            <a:endParaRPr sz="2500" dirty="0">
              <a:solidFill>
                <a:schemeClr val="dk1"/>
              </a:solidFill>
              <a:latin typeface="Roboto"/>
              <a:ea typeface="Roboto"/>
              <a:cs typeface="Roboto"/>
              <a:sym typeface="Roboto"/>
            </a:endParaRPr>
          </a:p>
          <a:p>
            <a:pPr marL="914400" lvl="1" indent="-387350" algn="l" rtl="0">
              <a:lnSpc>
                <a:spcPct val="115000"/>
              </a:lnSpc>
              <a:spcBef>
                <a:spcPts val="0"/>
              </a:spcBef>
              <a:spcAft>
                <a:spcPts val="0"/>
              </a:spcAft>
              <a:buClr>
                <a:schemeClr val="dk1"/>
              </a:buClr>
              <a:buSzPts val="2500"/>
              <a:buFont typeface="Roboto"/>
              <a:buChar char="○"/>
            </a:pPr>
            <a:r>
              <a:rPr lang="en-US" sz="2500" dirty="0">
                <a:solidFill>
                  <a:schemeClr val="dk1"/>
                </a:solidFill>
                <a:latin typeface="Roboto"/>
                <a:ea typeface="Roboto"/>
                <a:cs typeface="Roboto"/>
                <a:sym typeface="Roboto"/>
              </a:rPr>
              <a:t>Values above 97.5th percentile were deemed high outliers</a:t>
            </a:r>
            <a:endParaRPr sz="2500" dirty="0">
              <a:solidFill>
                <a:schemeClr val="dk1"/>
              </a:solidFill>
              <a:latin typeface="Roboto"/>
              <a:ea typeface="Roboto"/>
              <a:cs typeface="Roboto"/>
              <a:sym typeface="Roboto"/>
            </a:endParaRPr>
          </a:p>
          <a:p>
            <a:pPr marL="914400" lvl="1" indent="-387350" algn="l" rtl="0">
              <a:lnSpc>
                <a:spcPct val="115000"/>
              </a:lnSpc>
              <a:spcBef>
                <a:spcPts val="0"/>
              </a:spcBef>
              <a:spcAft>
                <a:spcPts val="0"/>
              </a:spcAft>
              <a:buClr>
                <a:schemeClr val="dk1"/>
              </a:buClr>
              <a:buSzPts val="2500"/>
              <a:buFont typeface="Roboto"/>
              <a:buChar char="○"/>
            </a:pPr>
            <a:r>
              <a:rPr lang="en-US" sz="2500" dirty="0">
                <a:solidFill>
                  <a:schemeClr val="dk1"/>
                </a:solidFill>
                <a:latin typeface="Roboto"/>
                <a:ea typeface="Roboto"/>
                <a:cs typeface="Roboto"/>
                <a:sym typeface="Roboto"/>
              </a:rPr>
              <a:t>Values below 2.5th percentile were deemed low outliers</a:t>
            </a:r>
            <a:endParaRPr sz="2500" dirty="0">
              <a:solidFill>
                <a:schemeClr val="dk1"/>
              </a:solidFill>
              <a:latin typeface="Roboto"/>
              <a:ea typeface="Roboto"/>
              <a:cs typeface="Roboto"/>
              <a:sym typeface="Roboto"/>
            </a:endParaRPr>
          </a:p>
          <a:p>
            <a:pPr marL="914400" lvl="1" indent="-387350" algn="l" rtl="0">
              <a:lnSpc>
                <a:spcPct val="115000"/>
              </a:lnSpc>
              <a:spcBef>
                <a:spcPts val="0"/>
              </a:spcBef>
              <a:spcAft>
                <a:spcPts val="0"/>
              </a:spcAft>
              <a:buClr>
                <a:schemeClr val="dk1"/>
              </a:buClr>
              <a:buSzPts val="2500"/>
              <a:buFont typeface="Roboto"/>
              <a:buChar char="○"/>
            </a:pPr>
            <a:r>
              <a:rPr lang="en-US" sz="2500" dirty="0">
                <a:solidFill>
                  <a:schemeClr val="dk1"/>
                </a:solidFill>
                <a:latin typeface="Roboto"/>
                <a:ea typeface="Roboto"/>
                <a:cs typeface="Roboto"/>
                <a:sym typeface="Roboto"/>
              </a:rPr>
              <a:t>Replaced high and low outliers with 97.5th and 2.5th percentile respectively for all sheets.</a:t>
            </a:r>
            <a:endParaRPr sz="2500" dirty="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3000" dirty="0">
              <a:solidFill>
                <a:schemeClr val="dk1"/>
              </a:solidFill>
            </a:endParaRPr>
          </a:p>
        </p:txBody>
      </p:sp>
      <p:sp>
        <p:nvSpPr>
          <p:cNvPr id="428" name="Google Shape;428;p89"/>
          <p:cNvSpPr txBox="1"/>
          <p:nvPr/>
        </p:nvSpPr>
        <p:spPr>
          <a:xfrm>
            <a:off x="-25295" y="2713268"/>
            <a:ext cx="1224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432"/>
        <p:cNvGrpSpPr/>
        <p:nvPr/>
      </p:nvGrpSpPr>
      <p:grpSpPr>
        <a:xfrm>
          <a:off x="0" y="0"/>
          <a:ext cx="0" cy="0"/>
          <a:chOff x="0" y="0"/>
          <a:chExt cx="0" cy="0"/>
        </a:xfrm>
      </p:grpSpPr>
      <p:sp>
        <p:nvSpPr>
          <p:cNvPr id="433" name="Google Shape;433;p90"/>
          <p:cNvSpPr txBox="1">
            <a:spLocks noGrp="1"/>
          </p:cNvSpPr>
          <p:nvPr>
            <p:ph type="body" idx="1"/>
          </p:nvPr>
        </p:nvSpPr>
        <p:spPr>
          <a:xfrm>
            <a:off x="607025" y="283450"/>
            <a:ext cx="74880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dirty="0">
                <a:solidFill>
                  <a:schemeClr val="dk1"/>
                </a:solidFill>
              </a:rPr>
              <a:t>Multiplex Skulls</a:t>
            </a:r>
          </a:p>
        </p:txBody>
      </p:sp>
      <p:sp>
        <p:nvSpPr>
          <p:cNvPr id="434" name="Google Shape;434;p90"/>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300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3000">
              <a:solidFill>
                <a:schemeClr val="dk1"/>
              </a:solidFill>
            </a:endParaRPr>
          </a:p>
        </p:txBody>
      </p:sp>
      <p:sp>
        <p:nvSpPr>
          <p:cNvPr id="435" name="Google Shape;435;p90"/>
          <p:cNvSpPr txBox="1"/>
          <p:nvPr/>
        </p:nvSpPr>
        <p:spPr>
          <a:xfrm>
            <a:off x="750575" y="1032425"/>
            <a:ext cx="8250000" cy="6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Before outlier handling</a:t>
            </a:r>
          </a:p>
        </p:txBody>
      </p:sp>
      <p:pic>
        <p:nvPicPr>
          <p:cNvPr id="436" name="Google Shape;436;p90"/>
          <p:cNvPicPr preferRelativeResize="0"/>
          <p:nvPr/>
        </p:nvPicPr>
        <p:blipFill>
          <a:blip r:embed="rId3">
            <a:alphaModFix/>
          </a:blip>
          <a:stretch>
            <a:fillRect/>
          </a:stretch>
        </p:blipFill>
        <p:spPr>
          <a:xfrm>
            <a:off x="607025" y="1647825"/>
            <a:ext cx="4997806" cy="3562350"/>
          </a:xfrm>
          <a:prstGeom prst="rect">
            <a:avLst/>
          </a:prstGeom>
          <a:noFill/>
          <a:ln>
            <a:noFill/>
          </a:ln>
        </p:spPr>
      </p:pic>
      <p:pic>
        <p:nvPicPr>
          <p:cNvPr id="437" name="Google Shape;437;p90"/>
          <p:cNvPicPr preferRelativeResize="0"/>
          <p:nvPr/>
        </p:nvPicPr>
        <p:blipFill>
          <a:blip r:embed="rId4">
            <a:alphaModFix/>
          </a:blip>
          <a:stretch>
            <a:fillRect/>
          </a:stretch>
        </p:blipFill>
        <p:spPr>
          <a:xfrm>
            <a:off x="6220800" y="1639013"/>
            <a:ext cx="4997806" cy="3562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441"/>
        <p:cNvGrpSpPr/>
        <p:nvPr/>
      </p:nvGrpSpPr>
      <p:grpSpPr>
        <a:xfrm>
          <a:off x="0" y="0"/>
          <a:ext cx="0" cy="0"/>
          <a:chOff x="0" y="0"/>
          <a:chExt cx="0" cy="0"/>
        </a:xfrm>
      </p:grpSpPr>
      <p:sp>
        <p:nvSpPr>
          <p:cNvPr id="442" name="Google Shape;442;p91"/>
          <p:cNvSpPr txBox="1">
            <a:spLocks noGrp="1"/>
          </p:cNvSpPr>
          <p:nvPr>
            <p:ph type="body" idx="1"/>
          </p:nvPr>
        </p:nvSpPr>
        <p:spPr>
          <a:xfrm>
            <a:off x="607025" y="283450"/>
            <a:ext cx="74880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dirty="0">
                <a:solidFill>
                  <a:schemeClr val="dk1"/>
                </a:solidFill>
              </a:rPr>
              <a:t>Multiplex Skulls</a:t>
            </a:r>
          </a:p>
        </p:txBody>
      </p:sp>
      <p:sp>
        <p:nvSpPr>
          <p:cNvPr id="443" name="Google Shape;443;p91"/>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300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3000">
              <a:solidFill>
                <a:schemeClr val="dk1"/>
              </a:solidFill>
            </a:endParaRPr>
          </a:p>
        </p:txBody>
      </p:sp>
      <p:sp>
        <p:nvSpPr>
          <p:cNvPr id="444" name="Google Shape;444;p91"/>
          <p:cNvSpPr txBox="1"/>
          <p:nvPr/>
        </p:nvSpPr>
        <p:spPr>
          <a:xfrm>
            <a:off x="677300" y="1091025"/>
            <a:ext cx="8308800" cy="6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After outlier handling</a:t>
            </a:r>
          </a:p>
        </p:txBody>
      </p:sp>
      <p:pic>
        <p:nvPicPr>
          <p:cNvPr id="445" name="Google Shape;445;p91"/>
          <p:cNvPicPr preferRelativeResize="0"/>
          <p:nvPr/>
        </p:nvPicPr>
        <p:blipFill>
          <a:blip r:embed="rId3">
            <a:alphaModFix/>
          </a:blip>
          <a:stretch>
            <a:fillRect/>
          </a:stretch>
        </p:blipFill>
        <p:spPr>
          <a:xfrm>
            <a:off x="677299" y="1697625"/>
            <a:ext cx="5143398" cy="3454478"/>
          </a:xfrm>
          <a:prstGeom prst="rect">
            <a:avLst/>
          </a:prstGeom>
          <a:noFill/>
          <a:ln>
            <a:noFill/>
          </a:ln>
        </p:spPr>
      </p:pic>
      <p:pic>
        <p:nvPicPr>
          <p:cNvPr id="446" name="Google Shape;446;p91"/>
          <p:cNvPicPr preferRelativeResize="0"/>
          <p:nvPr/>
        </p:nvPicPr>
        <p:blipFill>
          <a:blip r:embed="rId4">
            <a:alphaModFix/>
          </a:blip>
          <a:stretch>
            <a:fillRect/>
          </a:stretch>
        </p:blipFill>
        <p:spPr>
          <a:xfrm>
            <a:off x="6567947" y="1697628"/>
            <a:ext cx="4946753" cy="3454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450"/>
        <p:cNvGrpSpPr/>
        <p:nvPr/>
      </p:nvGrpSpPr>
      <p:grpSpPr>
        <a:xfrm>
          <a:off x="0" y="0"/>
          <a:ext cx="0" cy="0"/>
          <a:chOff x="0" y="0"/>
          <a:chExt cx="0" cy="0"/>
        </a:xfrm>
      </p:grpSpPr>
      <p:sp>
        <p:nvSpPr>
          <p:cNvPr id="451" name="Google Shape;451;p92"/>
          <p:cNvSpPr txBox="1">
            <a:spLocks noGrp="1"/>
          </p:cNvSpPr>
          <p:nvPr>
            <p:ph type="body" idx="1"/>
          </p:nvPr>
        </p:nvSpPr>
        <p:spPr>
          <a:xfrm>
            <a:off x="607025" y="283450"/>
            <a:ext cx="74880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dirty="0" err="1">
                <a:solidFill>
                  <a:schemeClr val="dk1"/>
                </a:solidFill>
              </a:rPr>
              <a:t>Subterraneus</a:t>
            </a:r>
            <a:r>
              <a:rPr lang="en-US" sz="4600" b="1" dirty="0">
                <a:solidFill>
                  <a:schemeClr val="dk1"/>
                </a:solidFill>
              </a:rPr>
              <a:t> Skulls</a:t>
            </a:r>
          </a:p>
        </p:txBody>
      </p:sp>
      <p:sp>
        <p:nvSpPr>
          <p:cNvPr id="452" name="Google Shape;452;p92"/>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3000" dirty="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3000" dirty="0">
              <a:solidFill>
                <a:schemeClr val="dk1"/>
              </a:solidFill>
            </a:endParaRPr>
          </a:p>
        </p:txBody>
      </p:sp>
      <p:sp>
        <p:nvSpPr>
          <p:cNvPr id="453" name="Google Shape;453;p92"/>
          <p:cNvSpPr txBox="1"/>
          <p:nvPr/>
        </p:nvSpPr>
        <p:spPr>
          <a:xfrm>
            <a:off x="750575" y="1032425"/>
            <a:ext cx="8250000" cy="6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Before Outlier handling</a:t>
            </a:r>
            <a:endParaRPr sz="1800" b="1" dirty="0"/>
          </a:p>
        </p:txBody>
      </p:sp>
      <p:pic>
        <p:nvPicPr>
          <p:cNvPr id="454" name="Google Shape;454;p92"/>
          <p:cNvPicPr preferRelativeResize="0"/>
          <p:nvPr/>
        </p:nvPicPr>
        <p:blipFill>
          <a:blip r:embed="rId3">
            <a:alphaModFix/>
          </a:blip>
          <a:stretch>
            <a:fillRect/>
          </a:stretch>
        </p:blipFill>
        <p:spPr>
          <a:xfrm>
            <a:off x="750574" y="1876424"/>
            <a:ext cx="4922639" cy="3246181"/>
          </a:xfrm>
          <a:prstGeom prst="rect">
            <a:avLst/>
          </a:prstGeom>
          <a:noFill/>
          <a:ln>
            <a:noFill/>
          </a:ln>
        </p:spPr>
      </p:pic>
      <p:pic>
        <p:nvPicPr>
          <p:cNvPr id="455" name="Google Shape;455;p92"/>
          <p:cNvPicPr preferRelativeResize="0"/>
          <p:nvPr/>
        </p:nvPicPr>
        <p:blipFill>
          <a:blip r:embed="rId4">
            <a:alphaModFix/>
          </a:blip>
          <a:stretch>
            <a:fillRect/>
          </a:stretch>
        </p:blipFill>
        <p:spPr>
          <a:xfrm>
            <a:off x="6626942" y="1876423"/>
            <a:ext cx="4814483" cy="32461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459"/>
        <p:cNvGrpSpPr/>
        <p:nvPr/>
      </p:nvGrpSpPr>
      <p:grpSpPr>
        <a:xfrm>
          <a:off x="0" y="0"/>
          <a:ext cx="0" cy="0"/>
          <a:chOff x="0" y="0"/>
          <a:chExt cx="0" cy="0"/>
        </a:xfrm>
      </p:grpSpPr>
      <p:sp>
        <p:nvSpPr>
          <p:cNvPr id="460" name="Google Shape;460;p93"/>
          <p:cNvSpPr txBox="1">
            <a:spLocks noGrp="1"/>
          </p:cNvSpPr>
          <p:nvPr>
            <p:ph type="body" idx="1"/>
          </p:nvPr>
        </p:nvSpPr>
        <p:spPr>
          <a:xfrm>
            <a:off x="607025" y="283450"/>
            <a:ext cx="74880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dirty="0" err="1">
                <a:solidFill>
                  <a:schemeClr val="dk1"/>
                </a:solidFill>
              </a:rPr>
              <a:t>Subterraneus</a:t>
            </a:r>
            <a:r>
              <a:rPr lang="en-US" sz="4600" b="1" dirty="0">
                <a:solidFill>
                  <a:schemeClr val="dk1"/>
                </a:solidFill>
              </a:rPr>
              <a:t> Skulls</a:t>
            </a:r>
          </a:p>
        </p:txBody>
      </p:sp>
      <p:sp>
        <p:nvSpPr>
          <p:cNvPr id="461" name="Google Shape;461;p93"/>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300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3000">
              <a:solidFill>
                <a:schemeClr val="dk1"/>
              </a:solidFill>
            </a:endParaRPr>
          </a:p>
        </p:txBody>
      </p:sp>
      <p:sp>
        <p:nvSpPr>
          <p:cNvPr id="462" name="Google Shape;462;p93"/>
          <p:cNvSpPr txBox="1"/>
          <p:nvPr/>
        </p:nvSpPr>
        <p:spPr>
          <a:xfrm>
            <a:off x="677300" y="1091025"/>
            <a:ext cx="8308800" cy="6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After outlier handling</a:t>
            </a:r>
            <a:endParaRPr sz="1800" b="1" dirty="0"/>
          </a:p>
        </p:txBody>
      </p:sp>
      <p:pic>
        <p:nvPicPr>
          <p:cNvPr id="463" name="Google Shape;463;p93"/>
          <p:cNvPicPr preferRelativeResize="0"/>
          <p:nvPr/>
        </p:nvPicPr>
        <p:blipFill>
          <a:blip r:embed="rId3">
            <a:alphaModFix/>
          </a:blip>
          <a:stretch>
            <a:fillRect/>
          </a:stretch>
        </p:blipFill>
        <p:spPr>
          <a:xfrm>
            <a:off x="607025" y="1743075"/>
            <a:ext cx="4533900" cy="3371850"/>
          </a:xfrm>
          <a:prstGeom prst="rect">
            <a:avLst/>
          </a:prstGeom>
          <a:noFill/>
          <a:ln>
            <a:noFill/>
          </a:ln>
        </p:spPr>
      </p:pic>
      <p:pic>
        <p:nvPicPr>
          <p:cNvPr id="464" name="Google Shape;464;p93"/>
          <p:cNvPicPr preferRelativeResize="0"/>
          <p:nvPr/>
        </p:nvPicPr>
        <p:blipFill>
          <a:blip r:embed="rId4">
            <a:alphaModFix/>
          </a:blip>
          <a:stretch>
            <a:fillRect/>
          </a:stretch>
        </p:blipFill>
        <p:spPr>
          <a:xfrm>
            <a:off x="5653030" y="1697625"/>
            <a:ext cx="4863246" cy="3371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94"/>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 name="Google Shape;470;p94"/>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Model Development and Evaluation</a:t>
            </a:r>
            <a:endParaRPr sz="4400" b="1">
              <a:solidFill>
                <a:schemeClr val="dk2"/>
              </a:solidFill>
            </a:endParaRPr>
          </a:p>
        </p:txBody>
      </p:sp>
      <p:sp>
        <p:nvSpPr>
          <p:cNvPr id="471" name="Google Shape;471;p94"/>
          <p:cNvSpPr txBox="1">
            <a:spLocks noGrp="1"/>
          </p:cNvSpPr>
          <p:nvPr>
            <p:ph type="body" idx="2"/>
          </p:nvPr>
        </p:nvSpPr>
        <p:spPr>
          <a:xfrm>
            <a:off x="1319700" y="1222925"/>
            <a:ext cx="9792300" cy="5381100"/>
          </a:xfrm>
          <a:prstGeom prst="rect">
            <a:avLst/>
          </a:prstGeom>
          <a:noFill/>
          <a:ln>
            <a:noFill/>
          </a:ln>
        </p:spPr>
        <p:txBody>
          <a:bodyPr spcFirstLastPara="1" wrap="square" lIns="91425" tIns="45700" rIns="91425" bIns="45700" anchor="t" anchorCtr="0">
            <a:noAutofit/>
          </a:bodyPr>
          <a:lstStyle/>
          <a:p>
            <a:pPr marL="457200" lvl="0" indent="-387350" algn="l" rtl="0">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Consolidated the labeled datasets for subterraneus and multiplex voles</a:t>
            </a:r>
            <a:endParaRPr sz="250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2500">
              <a:solidFill>
                <a:schemeClr val="dk1"/>
              </a:solidFill>
              <a:latin typeface="Calibri"/>
              <a:ea typeface="Calibri"/>
              <a:cs typeface="Calibri"/>
              <a:sym typeface="Calibri"/>
            </a:endParaRPr>
          </a:p>
          <a:p>
            <a:pPr marL="457200" lvl="0" indent="-387350" algn="l" rtl="0">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Employed Ten-fold cross-validation</a:t>
            </a:r>
            <a:endParaRPr sz="250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2500">
              <a:solidFill>
                <a:schemeClr val="dk1"/>
              </a:solidFill>
              <a:latin typeface="Calibri"/>
              <a:ea typeface="Calibri"/>
              <a:cs typeface="Calibri"/>
              <a:sym typeface="Calibri"/>
            </a:endParaRPr>
          </a:p>
          <a:p>
            <a:pPr marL="457200" lvl="0" indent="-387350" algn="l" rtl="0">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The final training and validation accuracies were obtained by taking the mean of the accuracies across the Ten iterations</a:t>
            </a:r>
            <a:endParaRPr sz="250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2500">
              <a:solidFill>
                <a:schemeClr val="dk1"/>
              </a:solidFill>
              <a:latin typeface="Calibri"/>
              <a:ea typeface="Calibri"/>
              <a:cs typeface="Calibri"/>
              <a:sym typeface="Calibri"/>
            </a:endParaRPr>
          </a:p>
          <a:p>
            <a:pPr marL="457200" lvl="0" indent="-387350" algn="l" rtl="0">
              <a:lnSpc>
                <a:spcPct val="115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Developed seven models, each representing a distinct combination of the three features (Length, Width, and Height)</a:t>
            </a:r>
            <a:endParaRPr sz="25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95"/>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 name="Google Shape;477;p95"/>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Model Development and Evaluation</a:t>
            </a:r>
            <a:endParaRPr sz="4400" b="1">
              <a:solidFill>
                <a:schemeClr val="dk2"/>
              </a:solidFill>
            </a:endParaRPr>
          </a:p>
        </p:txBody>
      </p:sp>
      <p:pic>
        <p:nvPicPr>
          <p:cNvPr id="478" name="Google Shape;478;p95"/>
          <p:cNvPicPr preferRelativeResize="0"/>
          <p:nvPr/>
        </p:nvPicPr>
        <p:blipFill>
          <a:blip r:embed="rId3">
            <a:alphaModFix/>
          </a:blip>
          <a:stretch>
            <a:fillRect/>
          </a:stretch>
        </p:blipFill>
        <p:spPr>
          <a:xfrm>
            <a:off x="1319700" y="1628025"/>
            <a:ext cx="10719900" cy="5075400"/>
          </a:xfrm>
          <a:prstGeom prst="rect">
            <a:avLst/>
          </a:prstGeom>
          <a:solidFill>
            <a:schemeClr val="lt1"/>
          </a:solidFill>
          <a:ln>
            <a:noFill/>
          </a:ln>
        </p:spPr>
      </p:pic>
      <p:sp>
        <p:nvSpPr>
          <p:cNvPr id="479" name="Google Shape;479;p95"/>
          <p:cNvSpPr txBox="1"/>
          <p:nvPr/>
        </p:nvSpPr>
        <p:spPr>
          <a:xfrm>
            <a:off x="1541875" y="1032425"/>
            <a:ext cx="5172900" cy="4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t>Training Results</a:t>
            </a:r>
            <a:endParaRPr sz="20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96"/>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dirty="0"/>
              <a:t>Predictions</a:t>
            </a:r>
            <a:endParaRPr sz="4600" dirty="0"/>
          </a:p>
        </p:txBody>
      </p:sp>
      <p:graphicFrame>
        <p:nvGraphicFramePr>
          <p:cNvPr id="485" name="Google Shape;485;p96"/>
          <p:cNvGraphicFramePr/>
          <p:nvPr/>
        </p:nvGraphicFramePr>
        <p:xfrm>
          <a:off x="749638" y="1450750"/>
          <a:ext cx="10692725" cy="4428800"/>
        </p:xfrm>
        <a:graphic>
          <a:graphicData uri="http://schemas.openxmlformats.org/drawingml/2006/table">
            <a:tbl>
              <a:tblPr>
                <a:noFill/>
                <a:tableStyleId>{EF627B30-2BBA-4CCB-A284-7370385F6CDC}</a:tableStyleId>
              </a:tblPr>
              <a:tblGrid>
                <a:gridCol w="1385450">
                  <a:extLst>
                    <a:ext uri="{9D8B030D-6E8A-4147-A177-3AD203B41FA5}">
                      <a16:colId xmlns:a16="http://schemas.microsoft.com/office/drawing/2014/main" val="20000"/>
                    </a:ext>
                  </a:extLst>
                </a:gridCol>
                <a:gridCol w="5057400">
                  <a:extLst>
                    <a:ext uri="{9D8B030D-6E8A-4147-A177-3AD203B41FA5}">
                      <a16:colId xmlns:a16="http://schemas.microsoft.com/office/drawing/2014/main" val="20001"/>
                    </a:ext>
                  </a:extLst>
                </a:gridCol>
                <a:gridCol w="1997450">
                  <a:extLst>
                    <a:ext uri="{9D8B030D-6E8A-4147-A177-3AD203B41FA5}">
                      <a16:colId xmlns:a16="http://schemas.microsoft.com/office/drawing/2014/main" val="20002"/>
                    </a:ext>
                  </a:extLst>
                </a:gridCol>
                <a:gridCol w="2252425">
                  <a:extLst>
                    <a:ext uri="{9D8B030D-6E8A-4147-A177-3AD203B41FA5}">
                      <a16:colId xmlns:a16="http://schemas.microsoft.com/office/drawing/2014/main" val="20003"/>
                    </a:ext>
                  </a:extLst>
                </a:gridCol>
              </a:tblGrid>
              <a:tr h="553600">
                <a:tc>
                  <a:txBody>
                    <a:bodyPr/>
                    <a:lstStyle/>
                    <a:p>
                      <a:pPr marL="0" lvl="0" indent="0" algn="l" rtl="0">
                        <a:spcBef>
                          <a:spcPts val="0"/>
                        </a:spcBef>
                        <a:spcAft>
                          <a:spcPts val="0"/>
                        </a:spcAft>
                        <a:buNone/>
                      </a:pPr>
                      <a:r>
                        <a:rPr lang="en-US" sz="2000" b="1">
                          <a:solidFill>
                            <a:schemeClr val="lt1"/>
                          </a:solidFill>
                        </a:rPr>
                        <a:t>Model</a:t>
                      </a:r>
                      <a:endParaRPr sz="2000" b="1">
                        <a:solidFill>
                          <a:schemeClr val="lt1"/>
                        </a:solidFill>
                      </a:endParaRPr>
                    </a:p>
                  </a:txBody>
                  <a:tcPr marL="91425" marR="91425" marT="91425" marB="91425"/>
                </a:tc>
                <a:tc>
                  <a:txBody>
                    <a:bodyPr/>
                    <a:lstStyle/>
                    <a:p>
                      <a:pPr marL="0" lvl="0" indent="0" algn="l" rtl="0">
                        <a:spcBef>
                          <a:spcPts val="0"/>
                        </a:spcBef>
                        <a:spcAft>
                          <a:spcPts val="0"/>
                        </a:spcAft>
                        <a:buNone/>
                      </a:pPr>
                      <a:r>
                        <a:rPr lang="en-US" sz="2000" b="1">
                          <a:solidFill>
                            <a:schemeClr val="lt1"/>
                          </a:solidFill>
                        </a:rPr>
                        <a:t>Features Used</a:t>
                      </a:r>
                      <a:endParaRPr sz="2000" b="1">
                        <a:solidFill>
                          <a:schemeClr val="lt1"/>
                        </a:solidFill>
                      </a:endParaRPr>
                    </a:p>
                  </a:txBody>
                  <a:tcPr marL="91425" marR="91425" marT="91425" marB="91425"/>
                </a:tc>
                <a:tc>
                  <a:txBody>
                    <a:bodyPr/>
                    <a:lstStyle/>
                    <a:p>
                      <a:pPr marL="0" lvl="0" indent="0" algn="l" rtl="0">
                        <a:spcBef>
                          <a:spcPts val="0"/>
                        </a:spcBef>
                        <a:spcAft>
                          <a:spcPts val="0"/>
                        </a:spcAft>
                        <a:buNone/>
                      </a:pPr>
                      <a:r>
                        <a:rPr lang="en-US" sz="2000" b="1">
                          <a:solidFill>
                            <a:schemeClr val="lt1"/>
                          </a:solidFill>
                        </a:rPr>
                        <a:t>Multiplex</a:t>
                      </a:r>
                      <a:endParaRPr sz="2000" b="1">
                        <a:solidFill>
                          <a:schemeClr val="lt1"/>
                        </a:solidFill>
                      </a:endParaRPr>
                    </a:p>
                  </a:txBody>
                  <a:tcPr marL="91425" marR="91425" marT="91425" marB="91425"/>
                </a:tc>
                <a:tc>
                  <a:txBody>
                    <a:bodyPr/>
                    <a:lstStyle/>
                    <a:p>
                      <a:pPr marL="0" lvl="0" indent="0" algn="l" rtl="0">
                        <a:spcBef>
                          <a:spcPts val="0"/>
                        </a:spcBef>
                        <a:spcAft>
                          <a:spcPts val="0"/>
                        </a:spcAft>
                        <a:buNone/>
                      </a:pPr>
                      <a:r>
                        <a:rPr lang="en-US" sz="2000" b="1">
                          <a:solidFill>
                            <a:schemeClr val="lt1"/>
                          </a:solidFill>
                        </a:rPr>
                        <a:t>Subterraneus</a:t>
                      </a:r>
                      <a:endParaRPr sz="2000" b="1">
                        <a:solidFill>
                          <a:schemeClr val="lt1"/>
                        </a:solidFill>
                      </a:endParaRPr>
                    </a:p>
                  </a:txBody>
                  <a:tcPr marL="91425" marR="91425" marT="91425" marB="91425"/>
                </a:tc>
                <a:extLst>
                  <a:ext uri="{0D108BD9-81ED-4DB2-BD59-A6C34878D82A}">
                    <a16:rowId xmlns:a16="http://schemas.microsoft.com/office/drawing/2014/main" val="10000"/>
                  </a:ext>
                </a:extLst>
              </a:tr>
              <a:tr h="553600">
                <a:tc>
                  <a:txBody>
                    <a:bodyPr/>
                    <a:lstStyle/>
                    <a:p>
                      <a:pPr marL="0" lvl="0" indent="0" algn="l" rtl="0">
                        <a:spcBef>
                          <a:spcPts val="0"/>
                        </a:spcBef>
                        <a:spcAft>
                          <a:spcPts val="0"/>
                        </a:spcAft>
                        <a:buNone/>
                      </a:pPr>
                      <a:r>
                        <a:rPr lang="en-US" sz="2000">
                          <a:solidFill>
                            <a:schemeClr val="lt1"/>
                          </a:solidFill>
                        </a:rPr>
                        <a:t>1</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Length, Height, Width</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67</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50</a:t>
                      </a:r>
                      <a:endParaRPr sz="2000">
                        <a:solidFill>
                          <a:schemeClr val="lt1"/>
                        </a:solidFill>
                      </a:endParaRPr>
                    </a:p>
                  </a:txBody>
                  <a:tcPr marL="91425" marR="91425" marT="91425" marB="91425"/>
                </a:tc>
                <a:extLst>
                  <a:ext uri="{0D108BD9-81ED-4DB2-BD59-A6C34878D82A}">
                    <a16:rowId xmlns:a16="http://schemas.microsoft.com/office/drawing/2014/main" val="10001"/>
                  </a:ext>
                </a:extLst>
              </a:tr>
              <a:tr h="553600">
                <a:tc>
                  <a:txBody>
                    <a:bodyPr/>
                    <a:lstStyle/>
                    <a:p>
                      <a:pPr marL="0" lvl="0" indent="0" algn="l" rtl="0">
                        <a:spcBef>
                          <a:spcPts val="0"/>
                        </a:spcBef>
                        <a:spcAft>
                          <a:spcPts val="0"/>
                        </a:spcAft>
                        <a:buNone/>
                      </a:pPr>
                      <a:r>
                        <a:rPr lang="en-US" sz="2000">
                          <a:solidFill>
                            <a:schemeClr val="lt1"/>
                          </a:solidFill>
                        </a:rPr>
                        <a:t>2</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Length, Height</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11</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7</a:t>
                      </a:r>
                      <a:endParaRPr sz="2000">
                        <a:solidFill>
                          <a:schemeClr val="lt1"/>
                        </a:solidFill>
                      </a:endParaRPr>
                    </a:p>
                  </a:txBody>
                  <a:tcPr marL="91425" marR="91425" marT="91425" marB="91425"/>
                </a:tc>
                <a:extLst>
                  <a:ext uri="{0D108BD9-81ED-4DB2-BD59-A6C34878D82A}">
                    <a16:rowId xmlns:a16="http://schemas.microsoft.com/office/drawing/2014/main" val="10002"/>
                  </a:ext>
                </a:extLst>
              </a:tr>
              <a:tr h="553600">
                <a:tc>
                  <a:txBody>
                    <a:bodyPr/>
                    <a:lstStyle/>
                    <a:p>
                      <a:pPr marL="0" lvl="0" indent="0" algn="l" rtl="0">
                        <a:spcBef>
                          <a:spcPts val="0"/>
                        </a:spcBef>
                        <a:spcAft>
                          <a:spcPts val="0"/>
                        </a:spcAft>
                        <a:buNone/>
                      </a:pPr>
                      <a:r>
                        <a:rPr lang="en-US" sz="2000">
                          <a:solidFill>
                            <a:schemeClr val="lt1"/>
                          </a:solidFill>
                        </a:rPr>
                        <a:t>3</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Length, Width</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10</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10</a:t>
                      </a:r>
                      <a:endParaRPr sz="2000">
                        <a:solidFill>
                          <a:schemeClr val="lt1"/>
                        </a:solidFill>
                      </a:endParaRPr>
                    </a:p>
                  </a:txBody>
                  <a:tcPr marL="91425" marR="91425" marT="91425" marB="91425"/>
                </a:tc>
                <a:extLst>
                  <a:ext uri="{0D108BD9-81ED-4DB2-BD59-A6C34878D82A}">
                    <a16:rowId xmlns:a16="http://schemas.microsoft.com/office/drawing/2014/main" val="10003"/>
                  </a:ext>
                </a:extLst>
              </a:tr>
              <a:tr h="553600">
                <a:tc>
                  <a:txBody>
                    <a:bodyPr/>
                    <a:lstStyle/>
                    <a:p>
                      <a:pPr marL="0" lvl="0" indent="0" algn="l" rtl="0">
                        <a:spcBef>
                          <a:spcPts val="0"/>
                        </a:spcBef>
                        <a:spcAft>
                          <a:spcPts val="0"/>
                        </a:spcAft>
                        <a:buNone/>
                      </a:pPr>
                      <a:r>
                        <a:rPr lang="en-US" sz="2000">
                          <a:solidFill>
                            <a:schemeClr val="lt1"/>
                          </a:solidFill>
                        </a:rPr>
                        <a:t>4</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Height, Width</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10</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8</a:t>
                      </a:r>
                      <a:endParaRPr sz="2000">
                        <a:solidFill>
                          <a:schemeClr val="lt1"/>
                        </a:solidFill>
                      </a:endParaRPr>
                    </a:p>
                  </a:txBody>
                  <a:tcPr marL="91425" marR="91425" marT="91425" marB="91425"/>
                </a:tc>
                <a:extLst>
                  <a:ext uri="{0D108BD9-81ED-4DB2-BD59-A6C34878D82A}">
                    <a16:rowId xmlns:a16="http://schemas.microsoft.com/office/drawing/2014/main" val="10004"/>
                  </a:ext>
                </a:extLst>
              </a:tr>
              <a:tr h="553600">
                <a:tc>
                  <a:txBody>
                    <a:bodyPr/>
                    <a:lstStyle/>
                    <a:p>
                      <a:pPr marL="0" lvl="0" indent="0" algn="l" rtl="0">
                        <a:spcBef>
                          <a:spcPts val="0"/>
                        </a:spcBef>
                        <a:spcAft>
                          <a:spcPts val="0"/>
                        </a:spcAft>
                        <a:buNone/>
                      </a:pPr>
                      <a:r>
                        <a:rPr lang="en-US" sz="2000">
                          <a:solidFill>
                            <a:schemeClr val="lt1"/>
                          </a:solidFill>
                        </a:rPr>
                        <a:t>5</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Length</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2</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2</a:t>
                      </a:r>
                      <a:endParaRPr sz="2000">
                        <a:solidFill>
                          <a:schemeClr val="lt1"/>
                        </a:solidFill>
                      </a:endParaRPr>
                    </a:p>
                  </a:txBody>
                  <a:tcPr marL="91425" marR="91425" marT="91425" marB="91425"/>
                </a:tc>
                <a:extLst>
                  <a:ext uri="{0D108BD9-81ED-4DB2-BD59-A6C34878D82A}">
                    <a16:rowId xmlns:a16="http://schemas.microsoft.com/office/drawing/2014/main" val="10005"/>
                  </a:ext>
                </a:extLst>
              </a:tr>
              <a:tr h="553600">
                <a:tc>
                  <a:txBody>
                    <a:bodyPr/>
                    <a:lstStyle/>
                    <a:p>
                      <a:pPr marL="0" lvl="0" indent="0" algn="l" rtl="0">
                        <a:spcBef>
                          <a:spcPts val="0"/>
                        </a:spcBef>
                        <a:spcAft>
                          <a:spcPts val="0"/>
                        </a:spcAft>
                        <a:buNone/>
                      </a:pPr>
                      <a:r>
                        <a:rPr lang="en-US" sz="2000">
                          <a:solidFill>
                            <a:schemeClr val="lt1"/>
                          </a:solidFill>
                        </a:rPr>
                        <a:t>6</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Height</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6</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3</a:t>
                      </a:r>
                      <a:endParaRPr sz="2000">
                        <a:solidFill>
                          <a:schemeClr val="lt1"/>
                        </a:solidFill>
                      </a:endParaRPr>
                    </a:p>
                  </a:txBody>
                  <a:tcPr marL="91425" marR="91425" marT="91425" marB="91425"/>
                </a:tc>
                <a:extLst>
                  <a:ext uri="{0D108BD9-81ED-4DB2-BD59-A6C34878D82A}">
                    <a16:rowId xmlns:a16="http://schemas.microsoft.com/office/drawing/2014/main" val="10006"/>
                  </a:ext>
                </a:extLst>
              </a:tr>
              <a:tr h="553600">
                <a:tc>
                  <a:txBody>
                    <a:bodyPr/>
                    <a:lstStyle/>
                    <a:p>
                      <a:pPr marL="0" lvl="0" indent="0" algn="l" rtl="0">
                        <a:spcBef>
                          <a:spcPts val="0"/>
                        </a:spcBef>
                        <a:spcAft>
                          <a:spcPts val="0"/>
                        </a:spcAft>
                        <a:buNone/>
                      </a:pPr>
                      <a:r>
                        <a:rPr lang="en-US" sz="2000">
                          <a:solidFill>
                            <a:schemeClr val="lt1"/>
                          </a:solidFill>
                        </a:rPr>
                        <a:t>7</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Width</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9</a:t>
                      </a:r>
                      <a:endParaRPr sz="2000">
                        <a:solidFill>
                          <a:schemeClr val="lt1"/>
                        </a:solidFill>
                      </a:endParaRPr>
                    </a:p>
                  </a:txBody>
                  <a:tcPr marL="91425" marR="91425" marT="91425" marB="91425"/>
                </a:tc>
                <a:tc>
                  <a:txBody>
                    <a:bodyPr/>
                    <a:lstStyle/>
                    <a:p>
                      <a:pPr marL="0" lvl="0" indent="0" algn="l" rtl="0">
                        <a:spcBef>
                          <a:spcPts val="0"/>
                        </a:spcBef>
                        <a:spcAft>
                          <a:spcPts val="0"/>
                        </a:spcAft>
                        <a:buNone/>
                      </a:pPr>
                      <a:r>
                        <a:rPr lang="en-US" sz="2000">
                          <a:solidFill>
                            <a:schemeClr val="lt1"/>
                          </a:solidFill>
                        </a:rPr>
                        <a:t>4</a:t>
                      </a:r>
                      <a:endParaRPr sz="2000">
                        <a:solidFill>
                          <a:schemeClr val="lt1"/>
                        </a:solidFill>
                      </a:endParaRPr>
                    </a:p>
                  </a:txBody>
                  <a:tcPr marL="91425" marR="91425" marT="91425" marB="91425"/>
                </a:tc>
                <a:extLst>
                  <a:ext uri="{0D108BD9-81ED-4DB2-BD59-A6C34878D82A}">
                    <a16:rowId xmlns:a16="http://schemas.microsoft.com/office/drawing/2014/main" val="10007"/>
                  </a:ext>
                </a:extLst>
              </a:tr>
            </a:tbl>
          </a:graphicData>
        </a:graphic>
      </p:graphicFrame>
      <p:graphicFrame>
        <p:nvGraphicFramePr>
          <p:cNvPr id="486" name="Google Shape;486;p96"/>
          <p:cNvGraphicFramePr/>
          <p:nvPr/>
        </p:nvGraphicFramePr>
        <p:xfrm>
          <a:off x="749650" y="5879550"/>
          <a:ext cx="10692700" cy="487650"/>
        </p:xfrm>
        <a:graphic>
          <a:graphicData uri="http://schemas.openxmlformats.org/drawingml/2006/table">
            <a:tbl>
              <a:tblPr>
                <a:noFill/>
                <a:tableStyleId>{EF627B30-2BBA-4CCB-A284-7370385F6CDC}</a:tableStyleId>
              </a:tblPr>
              <a:tblGrid>
                <a:gridCol w="1385450">
                  <a:extLst>
                    <a:ext uri="{9D8B030D-6E8A-4147-A177-3AD203B41FA5}">
                      <a16:colId xmlns:a16="http://schemas.microsoft.com/office/drawing/2014/main" val="20000"/>
                    </a:ext>
                  </a:extLst>
                </a:gridCol>
                <a:gridCol w="5057400">
                  <a:extLst>
                    <a:ext uri="{9D8B030D-6E8A-4147-A177-3AD203B41FA5}">
                      <a16:colId xmlns:a16="http://schemas.microsoft.com/office/drawing/2014/main" val="20001"/>
                    </a:ext>
                  </a:extLst>
                </a:gridCol>
                <a:gridCol w="1997450">
                  <a:extLst>
                    <a:ext uri="{9D8B030D-6E8A-4147-A177-3AD203B41FA5}">
                      <a16:colId xmlns:a16="http://schemas.microsoft.com/office/drawing/2014/main" val="20002"/>
                    </a:ext>
                  </a:extLst>
                </a:gridCol>
                <a:gridCol w="225240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sz="2000" b="1">
                          <a:solidFill>
                            <a:schemeClr val="lt1"/>
                          </a:solidFill>
                        </a:rPr>
                        <a:t>Total</a:t>
                      </a:r>
                      <a:endParaRPr sz="2000" b="1">
                        <a:solidFill>
                          <a:schemeClr val="lt1"/>
                        </a:solidFill>
                      </a:endParaRPr>
                    </a:p>
                  </a:txBody>
                  <a:tcPr marL="91425" marR="91425" marT="91425" marB="91425"/>
                </a:tc>
                <a:tc>
                  <a:txBody>
                    <a:bodyPr/>
                    <a:lstStyle/>
                    <a:p>
                      <a:pPr marL="0" lvl="0" indent="0" algn="l" rtl="0">
                        <a:spcBef>
                          <a:spcPts val="0"/>
                        </a:spcBef>
                        <a:spcAft>
                          <a:spcPts val="0"/>
                        </a:spcAft>
                        <a:buNone/>
                      </a:pPr>
                      <a:endParaRPr sz="2000" dirty="0">
                        <a:solidFill>
                          <a:schemeClr val="lt1"/>
                        </a:solidFill>
                      </a:endParaRPr>
                    </a:p>
                  </a:txBody>
                  <a:tcPr marL="91425" marR="91425" marT="91425" marB="91425"/>
                </a:tc>
                <a:tc>
                  <a:txBody>
                    <a:bodyPr/>
                    <a:lstStyle/>
                    <a:p>
                      <a:pPr marL="0" lvl="0" indent="0" algn="l" rtl="0">
                        <a:spcBef>
                          <a:spcPts val="0"/>
                        </a:spcBef>
                        <a:spcAft>
                          <a:spcPts val="0"/>
                        </a:spcAft>
                        <a:buNone/>
                      </a:pPr>
                      <a:r>
                        <a:rPr lang="en-US" sz="2000" b="1">
                          <a:solidFill>
                            <a:schemeClr val="lt1"/>
                          </a:solidFill>
                        </a:rPr>
                        <a:t>115</a:t>
                      </a:r>
                      <a:endParaRPr sz="2000" b="1">
                        <a:solidFill>
                          <a:schemeClr val="lt1"/>
                        </a:solidFill>
                      </a:endParaRPr>
                    </a:p>
                  </a:txBody>
                  <a:tcPr marL="91425" marR="91425" marT="91425" marB="91425"/>
                </a:tc>
                <a:tc>
                  <a:txBody>
                    <a:bodyPr/>
                    <a:lstStyle/>
                    <a:p>
                      <a:pPr marL="0" lvl="0" indent="0" algn="l" rtl="0">
                        <a:spcBef>
                          <a:spcPts val="0"/>
                        </a:spcBef>
                        <a:spcAft>
                          <a:spcPts val="0"/>
                        </a:spcAft>
                        <a:buNone/>
                      </a:pPr>
                      <a:r>
                        <a:rPr lang="en-US" sz="2000" b="1" dirty="0">
                          <a:solidFill>
                            <a:schemeClr val="lt1"/>
                          </a:solidFill>
                        </a:rPr>
                        <a:t>84</a:t>
                      </a:r>
                      <a:endParaRPr sz="2000" b="1" dirty="0">
                        <a:solidFill>
                          <a:schemeClr val="lt1"/>
                        </a:solidFill>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97"/>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Conclusion</a:t>
            </a:r>
            <a:endParaRPr sz="4600"/>
          </a:p>
        </p:txBody>
      </p:sp>
      <p:sp>
        <p:nvSpPr>
          <p:cNvPr id="2" name="TextBox 1">
            <a:extLst>
              <a:ext uri="{FF2B5EF4-FFF2-40B4-BE49-F238E27FC236}">
                <a16:creationId xmlns:a16="http://schemas.microsoft.com/office/drawing/2014/main" id="{5D71475A-E151-064E-DC86-990B32F783F5}"/>
              </a:ext>
            </a:extLst>
          </p:cNvPr>
          <p:cNvSpPr txBox="1"/>
          <p:nvPr/>
        </p:nvSpPr>
        <p:spPr>
          <a:xfrm>
            <a:off x="1010254" y="1690777"/>
            <a:ext cx="9594845" cy="3046988"/>
          </a:xfrm>
          <a:prstGeom prst="rect">
            <a:avLst/>
          </a:prstGeom>
          <a:noFill/>
        </p:spPr>
        <p:txBody>
          <a:bodyPr wrap="square" rtlCol="0">
            <a:spAutoFit/>
          </a:bodyPr>
          <a:lstStyle/>
          <a:p>
            <a:pPr algn="just"/>
            <a:r>
              <a:rPr lang="en-IN" sz="3200" dirty="0">
                <a:solidFill>
                  <a:schemeClr val="bg1"/>
                </a:solidFill>
                <a:effectLst/>
                <a:latin typeface="Calibri" panose="020F0502020204030204" pitchFamily="34" charset="0"/>
                <a:ea typeface="Calibri" panose="020F0502020204030204" pitchFamily="34" charset="0"/>
              </a:rPr>
              <a:t>The comprehensive analysis revealed that the model Incorporating all three features (skull length, height, and width) and (</a:t>
            </a:r>
            <a:r>
              <a:rPr lang="en-US" sz="3200" dirty="0">
                <a:solidFill>
                  <a:schemeClr val="bg1"/>
                </a:solidFill>
                <a:effectLst/>
                <a:latin typeface="Calibri" panose="020F0502020204030204" pitchFamily="34" charset="0"/>
                <a:ea typeface="Calibri" panose="020F0502020204030204" pitchFamily="34" charset="0"/>
              </a:rPr>
              <a:t>Skull Height, Width)</a:t>
            </a:r>
            <a:r>
              <a:rPr lang="en-IN" sz="3200" dirty="0">
                <a:solidFill>
                  <a:schemeClr val="bg1"/>
                </a:solidFill>
                <a:effectLst/>
                <a:latin typeface="Calibri" panose="020F0502020204030204" pitchFamily="34" charset="0"/>
                <a:ea typeface="Calibri" panose="020F0502020204030204" pitchFamily="34" charset="0"/>
              </a:rPr>
              <a:t> performed best, offering the highest classification accuracy and the lowest AIC, indicating a strong balance between model complexity and goodness of fit.</a:t>
            </a:r>
            <a:endParaRPr lang="en-GB" sz="3200" dirty="0">
              <a:solidFill>
                <a:schemeClr val="bg1"/>
              </a:solidFill>
              <a:effectLst/>
              <a:latin typeface="Calibri" panose="020F0502020204030204" pitchFamily="34" charset="0"/>
              <a:ea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98"/>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References</a:t>
            </a:r>
            <a:endParaRPr sz="4600"/>
          </a:p>
        </p:txBody>
      </p:sp>
      <p:sp>
        <p:nvSpPr>
          <p:cNvPr id="2" name="TextBox 1">
            <a:extLst>
              <a:ext uri="{FF2B5EF4-FFF2-40B4-BE49-F238E27FC236}">
                <a16:creationId xmlns:a16="http://schemas.microsoft.com/office/drawing/2014/main" id="{428A9E7F-3A9F-46BF-3356-BE1C888E4DAE}"/>
              </a:ext>
            </a:extLst>
          </p:cNvPr>
          <p:cNvSpPr txBox="1"/>
          <p:nvPr/>
        </p:nvSpPr>
        <p:spPr>
          <a:xfrm>
            <a:off x="1147313" y="1431985"/>
            <a:ext cx="10084279" cy="5047536"/>
          </a:xfrm>
          <a:prstGeom prst="rect">
            <a:avLst/>
          </a:prstGeom>
          <a:noFill/>
        </p:spPr>
        <p:txBody>
          <a:bodyPr wrap="square" rtlCol="0">
            <a:spAutoFit/>
          </a:bodyPr>
          <a:lstStyle/>
          <a:p>
            <a:pPr marL="457200" lvl="0" indent="-457200" algn="just">
              <a:buSzPts val="1000"/>
              <a:buFont typeface="Wingdings" panose="05000000000000000000" pitchFamily="2" charset="2"/>
              <a:buChar char="q"/>
              <a:tabLst>
                <a:tab pos="457200" algn="l"/>
              </a:tabLst>
            </a:pPr>
            <a:r>
              <a:rPr lang="en-IN" sz="2800" dirty="0" err="1">
                <a:solidFill>
                  <a:schemeClr val="bg1"/>
                </a:solidFill>
                <a:effectLst/>
                <a:latin typeface="Calibri" panose="020F0502020204030204" pitchFamily="34" charset="0"/>
                <a:ea typeface="Calibri" panose="020F0502020204030204" pitchFamily="34" charset="0"/>
              </a:rPr>
              <a:t>Airoldi</a:t>
            </a:r>
            <a:r>
              <a:rPr lang="en-IN" sz="2800" dirty="0">
                <a:solidFill>
                  <a:schemeClr val="bg1"/>
                </a:solidFill>
                <a:effectLst/>
                <a:latin typeface="Calibri" panose="020F0502020204030204" pitchFamily="34" charset="0"/>
                <a:ea typeface="Calibri" panose="020F0502020204030204" pitchFamily="34" charset="0"/>
              </a:rPr>
              <a:t>, J.P., </a:t>
            </a:r>
            <a:r>
              <a:rPr lang="en-IN" sz="2800" dirty="0" err="1">
                <a:solidFill>
                  <a:schemeClr val="bg1"/>
                </a:solidFill>
                <a:effectLst/>
                <a:latin typeface="Calibri" panose="020F0502020204030204" pitchFamily="34" charset="0"/>
                <a:ea typeface="Calibri" panose="020F0502020204030204" pitchFamily="34" charset="0"/>
              </a:rPr>
              <a:t>Flury</a:t>
            </a:r>
            <a:r>
              <a:rPr lang="en-IN" sz="2800" dirty="0">
                <a:solidFill>
                  <a:schemeClr val="bg1"/>
                </a:solidFill>
                <a:effectLst/>
                <a:latin typeface="Calibri" panose="020F0502020204030204" pitchFamily="34" charset="0"/>
                <a:ea typeface="Calibri" panose="020F0502020204030204" pitchFamily="34" charset="0"/>
              </a:rPr>
              <a:t>, B.D., &amp; </a:t>
            </a:r>
            <a:r>
              <a:rPr lang="en-IN" sz="2800" dirty="0" err="1">
                <a:solidFill>
                  <a:schemeClr val="bg1"/>
                </a:solidFill>
                <a:effectLst/>
                <a:latin typeface="Calibri" panose="020F0502020204030204" pitchFamily="34" charset="0"/>
                <a:ea typeface="Calibri" panose="020F0502020204030204" pitchFamily="34" charset="0"/>
              </a:rPr>
              <a:t>Salvioni</a:t>
            </a:r>
            <a:r>
              <a:rPr lang="en-IN" sz="2800" dirty="0">
                <a:solidFill>
                  <a:schemeClr val="bg1"/>
                </a:solidFill>
                <a:effectLst/>
                <a:latin typeface="Calibri" panose="020F0502020204030204" pitchFamily="34" charset="0"/>
                <a:ea typeface="Calibri" panose="020F0502020204030204" pitchFamily="34" charset="0"/>
              </a:rPr>
              <a:t>, M. (1995). Discrimination Between Two Species of Microtus.</a:t>
            </a:r>
            <a:endParaRPr lang="en-GB" sz="2800" dirty="0">
              <a:solidFill>
                <a:schemeClr val="bg1"/>
              </a:solidFill>
              <a:effectLst/>
              <a:latin typeface="Calibri" panose="020F0502020204030204" pitchFamily="34" charset="0"/>
              <a:ea typeface="Calibri" panose="020F0502020204030204" pitchFamily="34" charset="0"/>
            </a:endParaRPr>
          </a:p>
          <a:p>
            <a:pPr marL="457200" lvl="0" indent="-457200" algn="just">
              <a:buSzPts val="1000"/>
              <a:buFont typeface="Wingdings" panose="05000000000000000000" pitchFamily="2" charset="2"/>
              <a:buChar char="q"/>
              <a:tabLst>
                <a:tab pos="457200" algn="l"/>
              </a:tabLst>
            </a:pPr>
            <a:r>
              <a:rPr lang="es-MX" sz="2800" dirty="0">
                <a:solidFill>
                  <a:schemeClr val="bg1"/>
                </a:solidFill>
                <a:effectLst/>
                <a:latin typeface="Calibri" panose="020F0502020204030204" pitchFamily="34" charset="0"/>
                <a:ea typeface="Calibri" panose="020F0502020204030204" pitchFamily="34" charset="0"/>
              </a:rPr>
              <a:t>Castro, H.M., &amp; Ferreira, J.C. (2023). </a:t>
            </a:r>
            <a:r>
              <a:rPr lang="en-IN" sz="2800" dirty="0">
                <a:solidFill>
                  <a:schemeClr val="bg1"/>
                </a:solidFill>
                <a:effectLst/>
                <a:latin typeface="Calibri" panose="020F0502020204030204" pitchFamily="34" charset="0"/>
                <a:ea typeface="Calibri" panose="020F0502020204030204" pitchFamily="34" charset="0"/>
              </a:rPr>
              <a:t>Linear and Logistic Regression Models.</a:t>
            </a:r>
            <a:endParaRPr lang="en-GB" sz="2800" dirty="0">
              <a:solidFill>
                <a:schemeClr val="bg1"/>
              </a:solidFill>
              <a:effectLst/>
              <a:latin typeface="Calibri" panose="020F0502020204030204" pitchFamily="34" charset="0"/>
              <a:ea typeface="Calibri" panose="020F0502020204030204" pitchFamily="34" charset="0"/>
            </a:endParaRPr>
          </a:p>
          <a:p>
            <a:pPr marL="457200" lvl="0" indent="-457200" algn="just">
              <a:buSzPts val="1000"/>
              <a:buFont typeface="Wingdings" panose="05000000000000000000" pitchFamily="2" charset="2"/>
              <a:buChar char="q"/>
              <a:tabLst>
                <a:tab pos="457200" algn="l"/>
              </a:tabLst>
            </a:pPr>
            <a:r>
              <a:rPr lang="en-IN" sz="2800" dirty="0" err="1">
                <a:solidFill>
                  <a:schemeClr val="bg1"/>
                </a:solidFill>
                <a:effectLst/>
                <a:latin typeface="Calibri" panose="020F0502020204030204" pitchFamily="34" charset="0"/>
                <a:ea typeface="Calibri" panose="020F0502020204030204" pitchFamily="34" charset="0"/>
              </a:rPr>
              <a:t>DataCamp</a:t>
            </a:r>
            <a:r>
              <a:rPr lang="en-IN" sz="2800" dirty="0">
                <a:solidFill>
                  <a:schemeClr val="bg1"/>
                </a:solidFill>
                <a:effectLst/>
                <a:latin typeface="Calibri" panose="020F0502020204030204" pitchFamily="34" charset="0"/>
                <a:ea typeface="Calibri" panose="020F0502020204030204" pitchFamily="34" charset="0"/>
              </a:rPr>
              <a:t>. (2022, December). Linear Regression in R Tutorial.</a:t>
            </a:r>
            <a:endParaRPr lang="en-GB" sz="2800" dirty="0">
              <a:solidFill>
                <a:schemeClr val="bg1"/>
              </a:solidFill>
              <a:effectLst/>
              <a:latin typeface="Calibri" panose="020F0502020204030204" pitchFamily="34" charset="0"/>
              <a:ea typeface="Calibri" panose="020F0502020204030204" pitchFamily="34" charset="0"/>
            </a:endParaRPr>
          </a:p>
          <a:p>
            <a:pPr marL="457200" lvl="0" indent="-457200" algn="just">
              <a:buSzPts val="1000"/>
              <a:buFont typeface="Wingdings" panose="05000000000000000000" pitchFamily="2" charset="2"/>
              <a:buChar char="q"/>
              <a:tabLst>
                <a:tab pos="457200" algn="l"/>
              </a:tabLst>
            </a:pPr>
            <a:r>
              <a:rPr lang="en-IN" sz="2800" dirty="0">
                <a:solidFill>
                  <a:schemeClr val="bg1"/>
                </a:solidFill>
                <a:effectLst/>
                <a:latin typeface="Calibri" panose="020F0502020204030204" pitchFamily="34" charset="0"/>
                <a:ea typeface="Calibri" panose="020F0502020204030204" pitchFamily="34" charset="0"/>
              </a:rPr>
              <a:t>Johnson, D. (2023, September 30). GLM in R: Generalized Linear Model with Example</a:t>
            </a:r>
            <a:endParaRPr lang="en-GB" sz="2800" dirty="0">
              <a:solidFill>
                <a:schemeClr val="bg1"/>
              </a:solidFill>
              <a:effectLst/>
              <a:latin typeface="Calibri" panose="020F0502020204030204" pitchFamily="34" charset="0"/>
              <a:ea typeface="Calibri" panose="020F0502020204030204" pitchFamily="34" charset="0"/>
            </a:endParaRPr>
          </a:p>
          <a:p>
            <a:pPr marL="457200" lvl="0" indent="-457200" algn="just">
              <a:buSzPts val="1000"/>
              <a:buFont typeface="Wingdings" panose="05000000000000000000" pitchFamily="2" charset="2"/>
              <a:buChar char="q"/>
              <a:tabLst>
                <a:tab pos="457200" algn="l"/>
              </a:tabLst>
            </a:pPr>
            <a:r>
              <a:rPr lang="en-IN" sz="2800" dirty="0">
                <a:solidFill>
                  <a:schemeClr val="bg1"/>
                </a:solidFill>
                <a:effectLst/>
                <a:latin typeface="Calibri" panose="020F0502020204030204" pitchFamily="34" charset="0"/>
                <a:ea typeface="Calibri" panose="020F0502020204030204" pitchFamily="34" charset="0"/>
              </a:rPr>
              <a:t>https://github.com/mominulislam2329/Logistic-Regression-STAT-601/blob/main/README.md</a:t>
            </a:r>
            <a:endParaRPr lang="en-GB" sz="2800" dirty="0">
              <a:solidFill>
                <a:schemeClr val="bg1"/>
              </a:solidFill>
              <a:effectLst/>
              <a:latin typeface="Calibri" panose="020F0502020204030204" pitchFamily="34" charset="0"/>
              <a:ea typeface="Calibri" panose="020F0502020204030204" pitchFamily="34" charset="0"/>
            </a:endParaRPr>
          </a:p>
          <a:p>
            <a:pPr marL="457200" lvl="0" indent="-457200" algn="just">
              <a:buSzPts val="1000"/>
              <a:buFont typeface="Wingdings" panose="05000000000000000000" pitchFamily="2" charset="2"/>
              <a:buChar char="q"/>
              <a:tabLst>
                <a:tab pos="457200" algn="l"/>
              </a:tabLst>
            </a:pPr>
            <a:r>
              <a:rPr lang="en-US" sz="2800" dirty="0">
                <a:solidFill>
                  <a:schemeClr val="bg1"/>
                </a:solidFill>
                <a:effectLst/>
                <a:latin typeface="Calibri" panose="020F0502020204030204" pitchFamily="34" charset="0"/>
                <a:ea typeface="Calibri" panose="020F0502020204030204" pitchFamily="34" charset="0"/>
              </a:rPr>
              <a:t>ChatGPT. (10/2024). Used for debugging and code cleaning. Retrieved from </a:t>
            </a:r>
            <a:r>
              <a:rPr lang="en-US" sz="2800" u="sng" dirty="0">
                <a:solidFill>
                  <a:schemeClr val="bg1"/>
                </a:solidFill>
                <a:effectLst/>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OpenAI</a:t>
            </a:r>
            <a:endParaRPr lang="en-GB" sz="2800" dirty="0">
              <a:solidFill>
                <a:schemeClr val="bg1"/>
              </a:solidFill>
              <a:effectLst/>
              <a:latin typeface="Calibri" panose="020F0502020204030204" pitchFamily="34" charset="0"/>
              <a:ea typeface="Calibri" panose="020F0502020204030204" pitchFamily="34" charset="0"/>
            </a:endParaRPr>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99"/>
          <p:cNvSpPr txBox="1">
            <a:spLocks noGrp="1"/>
          </p:cNvSpPr>
          <p:nvPr>
            <p:ph type="body" idx="1"/>
          </p:nvPr>
        </p:nvSpPr>
        <p:spPr>
          <a:xfrm>
            <a:off x="3292875" y="2420075"/>
            <a:ext cx="6079800" cy="1808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None/>
            </a:pPr>
            <a:r>
              <a:rPr lang="en-US" sz="7200"/>
              <a:t>Thank You!!!.</a:t>
            </a:r>
            <a:endParaRPr sz="72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676</Words>
  <Application>Microsoft Office PowerPoint</Application>
  <PresentationFormat>Widescreen</PresentationFormat>
  <Paragraphs>127</Paragraphs>
  <Slides>16</Slides>
  <Notes>16</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16</vt:i4>
      </vt:variant>
    </vt:vector>
  </HeadingPairs>
  <TitlesOfParts>
    <vt:vector size="26" baseType="lpstr">
      <vt:lpstr>Noto Sans Symbols</vt:lpstr>
      <vt:lpstr>Calibri</vt:lpstr>
      <vt:lpstr>Arial</vt:lpstr>
      <vt:lpstr>Roboto</vt:lpstr>
      <vt:lpstr>Wingdings</vt:lpstr>
      <vt:lpstr>Play</vt:lpstr>
      <vt:lpstr>Office Theme</vt:lpstr>
      <vt:lpstr>Office Theme</vt:lpstr>
      <vt:lpstr>Office Theme</vt:lpstr>
      <vt:lpstr>Office Theme</vt:lpstr>
      <vt:lpstr> PROJECT 2 CLASSIFICATION OF VOLE SKULLS WITH GLM</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Vodnala, Sai Ram - DSU Student</cp:lastModifiedBy>
  <cp:revision>7</cp:revision>
  <dcterms:modified xsi:type="dcterms:W3CDTF">2024-11-15T07:58:13Z</dcterms:modified>
</cp:coreProperties>
</file>